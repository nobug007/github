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0d474a3444365" /><Relationship Type="http://schemas.openxmlformats.org/officeDocument/2006/relationships/extended-properties" Target="/docProps/app.xml" Id="R437c301c4e68412d" /><Relationship Type="http://schemas.openxmlformats.org/officeDocument/2006/relationships/officeDocument" Target="/ppt/presentation.xml" Id="Ra47f6f12372a44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7426eaaf054ee7"/>
  </p:sldMasterIdLst>
  <p:notesMasterIdLst>
    <p:notesMasterId xmlns:r="http://schemas.openxmlformats.org/officeDocument/2006/relationships" r:id="R4129b37e0fc74124"/>
  </p:notesMasterIdLst>
  <p:sldIdLst>
    <p:sldId xmlns:r="http://schemas.openxmlformats.org/officeDocument/2006/relationships" id="256" r:id="Rb8913dbb2fdb478d"/>
    <p:sldId xmlns:r="http://schemas.openxmlformats.org/officeDocument/2006/relationships" id="257" r:id="R95f431c64d05483c"/>
    <p:sldId xmlns:r="http://schemas.openxmlformats.org/officeDocument/2006/relationships" id="258" r:id="Rd78e159e75174a51"/>
    <p:sldId xmlns:r="http://schemas.openxmlformats.org/officeDocument/2006/relationships" id="259" r:id="R4ad8b31e3c5b4847"/>
    <p:sldId xmlns:r="http://schemas.openxmlformats.org/officeDocument/2006/relationships" id="260" r:id="R283f2d366d084cf4"/>
    <p:sldId xmlns:r="http://schemas.openxmlformats.org/officeDocument/2006/relationships" id="261" r:id="Rcddf5534dd1046eb"/>
    <p:sldId xmlns:r="http://schemas.openxmlformats.org/officeDocument/2006/relationships" id="262" r:id="R1e444ab66b944a87"/>
    <p:sldId xmlns:r="http://schemas.openxmlformats.org/officeDocument/2006/relationships" id="263" r:id="Ra865c5acd5f1487f"/>
    <p:sldId xmlns:r="http://schemas.openxmlformats.org/officeDocument/2006/relationships" id="264" r:id="R67842928009d4c2f"/>
    <p:sldId xmlns:r="http://schemas.openxmlformats.org/officeDocument/2006/relationships" id="265" r:id="R9f83269bb1854097"/>
    <p:sldId xmlns:r="http://schemas.openxmlformats.org/officeDocument/2006/relationships" id="266" r:id="Rf028583d9a694036"/>
    <p:sldId xmlns:r="http://schemas.openxmlformats.org/officeDocument/2006/relationships" id="267" r:id="R13aacf16ae474e92"/>
    <p:sldId xmlns:r="http://schemas.openxmlformats.org/officeDocument/2006/relationships" id="268" r:id="R69c23744a2944320"/>
    <p:sldId xmlns:r="http://schemas.openxmlformats.org/officeDocument/2006/relationships" id="269" r:id="Rd49d16fb5d4341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426eaaf054ee7" /><Relationship Type="http://schemas.openxmlformats.org/officeDocument/2006/relationships/theme" Target="/ppt/theme/theme1.xml" Id="R0c5a49735a3f41e6" /><Relationship Type="http://schemas.openxmlformats.org/officeDocument/2006/relationships/notesMaster" Target="/ppt/notesMasters/notesMaster1.xml" Id="R4129b37e0fc74124" /><Relationship Type="http://schemas.openxmlformats.org/officeDocument/2006/relationships/presProps" Target="/ppt/presProps.xml" Id="R9ea8f0c970c840f0" /><Relationship Type="http://schemas.openxmlformats.org/officeDocument/2006/relationships/viewProps" Target="/ppt/viewProps.xml" Id="Rfd3552dacca0498b" /><Relationship Type="http://schemas.openxmlformats.org/officeDocument/2006/relationships/tableStyles" Target="/ppt/tableStyles.xml" Id="R400981fce1f446b7" /><Relationship Type="http://schemas.openxmlformats.org/officeDocument/2006/relationships/slide" Target="/ppt/slides/slide1.xml" Id="Rb8913dbb2fdb478d" /><Relationship Type="http://schemas.openxmlformats.org/officeDocument/2006/relationships/slide" Target="/ppt/slides/slide2.xml" Id="R95f431c64d05483c" /><Relationship Type="http://schemas.openxmlformats.org/officeDocument/2006/relationships/slide" Target="/ppt/slides/slide3.xml" Id="Rd78e159e75174a51" /><Relationship Type="http://schemas.openxmlformats.org/officeDocument/2006/relationships/slide" Target="/ppt/slides/slide4.xml" Id="R4ad8b31e3c5b4847" /><Relationship Type="http://schemas.openxmlformats.org/officeDocument/2006/relationships/slide" Target="/ppt/slides/slide5.xml" Id="R283f2d366d084cf4" /><Relationship Type="http://schemas.openxmlformats.org/officeDocument/2006/relationships/slide" Target="/ppt/slides/slide6.xml" Id="Rcddf5534dd1046eb" /><Relationship Type="http://schemas.openxmlformats.org/officeDocument/2006/relationships/slide" Target="/ppt/slides/slide7.xml" Id="R1e444ab66b944a87" /><Relationship Type="http://schemas.openxmlformats.org/officeDocument/2006/relationships/slide" Target="/ppt/slides/slide8.xml" Id="Ra865c5acd5f1487f" /><Relationship Type="http://schemas.openxmlformats.org/officeDocument/2006/relationships/slide" Target="/ppt/slides/slide9.xml" Id="R67842928009d4c2f" /><Relationship Type="http://schemas.openxmlformats.org/officeDocument/2006/relationships/slide" Target="/ppt/slides/slide10.xml" Id="R9f83269bb1854097" /><Relationship Type="http://schemas.openxmlformats.org/officeDocument/2006/relationships/slide" Target="/ppt/slides/slide11.xml" Id="Rf028583d9a694036" /><Relationship Type="http://schemas.openxmlformats.org/officeDocument/2006/relationships/slide" Target="/ppt/slides/slide12.xml" Id="R13aacf16ae474e92" /><Relationship Type="http://schemas.openxmlformats.org/officeDocument/2006/relationships/slide" Target="/ppt/slides/slide13.xml" Id="R69c23744a2944320" /><Relationship Type="http://schemas.openxmlformats.org/officeDocument/2006/relationships/slide" Target="/ppt/slides/slide14.xml" Id="Rd49d16fb5d4341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6594d3eefa146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793459a00f4013" /><Relationship Type="http://schemas.openxmlformats.org/officeDocument/2006/relationships/notesMaster" Target="/ppt/notesMasters/notesMaster1.xml" Id="Rad05d747e7ea43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3a85cc112f4b6a" /><Relationship Type="http://schemas.openxmlformats.org/officeDocument/2006/relationships/notesMaster" Target="/ppt/notesMasters/notesMaster1.xml" Id="R118e932441734e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aed7b973084d00" /><Relationship Type="http://schemas.openxmlformats.org/officeDocument/2006/relationships/notesMaster" Target="/ppt/notesMasters/notesMaster1.xml" Id="Rcea6248e23df45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6d12c1e62146a8" /><Relationship Type="http://schemas.openxmlformats.org/officeDocument/2006/relationships/notesMaster" Target="/ppt/notesMasters/notesMaster1.xml" Id="R339b2d4399c946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b1282e3b534c32" /><Relationship Type="http://schemas.openxmlformats.org/officeDocument/2006/relationships/notesMaster" Target="/ppt/notesMasters/notesMaster1.xml" Id="R0de1c9be8f2244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345ed4332146dd" /><Relationship Type="http://schemas.openxmlformats.org/officeDocument/2006/relationships/notesMaster" Target="/ppt/notesMasters/notesMaster1.xml" Id="R552c0612823743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da4eb00b91400c" /><Relationship Type="http://schemas.openxmlformats.org/officeDocument/2006/relationships/notesMaster" Target="/ppt/notesMasters/notesMaster1.xml" Id="R456d7b621a5d4a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177dde1e7b4045" /><Relationship Type="http://schemas.openxmlformats.org/officeDocument/2006/relationships/notesMaster" Target="/ppt/notesMasters/notesMaster1.xml" Id="R3a70f984c46a42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0aafb578024579" /><Relationship Type="http://schemas.openxmlformats.org/officeDocument/2006/relationships/notesMaster" Target="/ppt/notesMasters/notesMaster1.xml" Id="Rab686978c92e48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88c649396c41cd" /><Relationship Type="http://schemas.openxmlformats.org/officeDocument/2006/relationships/notesMaster" Target="/ppt/notesMasters/notesMaster1.xml" Id="Re2ce2954310246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ed1c12d69f4c26" /><Relationship Type="http://schemas.openxmlformats.org/officeDocument/2006/relationships/notesMaster" Target="/ppt/notesMasters/notesMaster1.xml" Id="Rdf96079b801949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11acfd8ba74ab8" /><Relationship Type="http://schemas.openxmlformats.org/officeDocument/2006/relationships/notesMaster" Target="/ppt/notesMasters/notesMaster1.xml" Id="Rfcc373ce01e44d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98dab8f8e24697" /><Relationship Type="http://schemas.openxmlformats.org/officeDocument/2006/relationships/notesMaster" Target="/ppt/notesMasters/notesMaster1.xml" Id="R66011a8788284c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558b78c2704cd8" /><Relationship Type="http://schemas.openxmlformats.org/officeDocument/2006/relationships/notesMaster" Target="/ppt/notesMasters/notesMaster1.xml" Id="Rd63d03c13b364e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e3fe6c645475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7afd82411fb449a" /><Relationship Type="http://schemas.openxmlformats.org/officeDocument/2006/relationships/slideLayout" Target="/ppt/slideLayouts/slideLayout2.xml" Id="R4be93f35a27a41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e93f35a27a41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69fbda680940be" /><Relationship Type="http://schemas.openxmlformats.org/officeDocument/2006/relationships/notesSlide" Target="/ppt/notesSlides/notesSlide1.xml" Id="R575997c23b6943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0559f732b844d9" /><Relationship Type="http://schemas.openxmlformats.org/officeDocument/2006/relationships/notesSlide" Target="/ppt/notesSlides/notesSlide2.xml" Id="R381c7dafa03d41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603939cdd84ce1" /><Relationship Type="http://schemas.openxmlformats.org/officeDocument/2006/relationships/notesSlide" Target="/ppt/notesSlides/notesSlide3.xml" Id="Rd8bc25cfee434a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8cb3d8be4c46fc" /><Relationship Type="http://schemas.openxmlformats.org/officeDocument/2006/relationships/notesSlide" Target="/ppt/notesSlides/notesSlide4.xml" Id="R8473e4a525ac42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bf5a31f77d4a8e" /><Relationship Type="http://schemas.openxmlformats.org/officeDocument/2006/relationships/notesSlide" Target="/ppt/notesSlides/notesSlide5.xml" Id="R096b2f264ec54b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af006e6c5f43dc" /><Relationship Type="http://schemas.openxmlformats.org/officeDocument/2006/relationships/notesSlide" Target="/ppt/notesSlides/notesSlide6.xml" Id="Rb263a29ec7134e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251fe69ab24dae" /><Relationship Type="http://schemas.openxmlformats.org/officeDocument/2006/relationships/notesSlide" Target="/ppt/notesSlides/notesSlide7.xml" Id="R301911dacd7b45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9174bcf5f422e" /><Relationship Type="http://schemas.openxmlformats.org/officeDocument/2006/relationships/image" Target="/ppt/media/image.png" Id="R66f6ca404fde4eb3" /><Relationship Type="http://schemas.openxmlformats.org/officeDocument/2006/relationships/notesSlide" Target="/ppt/notesSlides/notesSlide8.xml" Id="Rbc650793f93544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1bea1562f24f85" /><Relationship Type="http://schemas.openxmlformats.org/officeDocument/2006/relationships/notesSlide" Target="/ppt/notesSlides/notesSlide9.xml" Id="Rfd75a14e336f44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a7f3983c84443a" /><Relationship Type="http://schemas.openxmlformats.org/officeDocument/2006/relationships/notesSlide" Target="/ppt/notesSlides/notesSlide10.xml" Id="R6432c8c9d52e4d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26b7ee169f45a2" /><Relationship Type="http://schemas.openxmlformats.org/officeDocument/2006/relationships/notesSlide" Target="/ppt/notesSlides/notesSlide11.xml" Id="Rc42db83ae13c49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4ba915353742dd" /><Relationship Type="http://schemas.openxmlformats.org/officeDocument/2006/relationships/notesSlide" Target="/ppt/notesSlides/notesSlide12.xml" Id="Ra7f48312b68340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74b6b723b24e8a" /><Relationship Type="http://schemas.openxmlformats.org/officeDocument/2006/relationships/notesSlide" Target="/ppt/notesSlides/notesSlide13.xml" Id="Re8433f49651a44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dbd7e643f74c5a" /><Relationship Type="http://schemas.openxmlformats.org/officeDocument/2006/relationships/notesSlide" Target="/ppt/notesSlides/notesSlide14.xml" Id="Rd4acca3610f747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91E9B4-1CC8-4FA9-83A4-749183C3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25"/>
          </a:solidFill>
          <a:ln xmlns:a="http://schemas.openxmlformats.org/drawingml/2006/main" w="9525">
            <a:solidFill>
              <a:srgbClr val="0712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057F7-9F98-4795-9671-D4FB48FA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753F7-0D81-4252-B980-D24BF4FC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MAG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067AD-14AB-4C35-A128-86B374B9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MVP Auto Generator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336EC-580A-43CF-BD02-21F1D9DF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781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아이디어를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 가능한 MVP로.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B8A9E-647F-4313-AE5E-6E971C77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rPr>
              <a:t>멀티 AI 분석 · 편집 가능한 Merge · 화면과 코드 · 미래 영상 · 사업성 제안서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BD452-3345-4561-A4A9-71ECF606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638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8ADE5-2A4E-4E2F-A8A3-F9989985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FINAL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84355-231C-47A4-B669-B072B4FC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2026.06</a:t>
            </a:r>
          </a:p>
        </p:txBody>
      </p:sp>
    </p:spTree>
    <p:extLst>
      <p:ext uri="{BB962C8B-B14F-4D97-AF65-F5344CB8AC3E}">
        <p14:creationId xmlns:p14="http://schemas.microsoft.com/office/powerpoint/2010/main" val="1849901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16AC20-B253-4B0A-A35A-14322B92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01  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731E6-FC5C-42F7-BC19-178A44F8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생각과 증거 사이의 거리를 줄입니다.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8F5D9-7636-4B73-A007-C255E3A4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235FA-2616-4CAF-AFB9-6B77AF1B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D9664-07E2-4203-B8FD-4694A23A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비개발자의 아이디어가 제출 가능한 MVP 패키지가 되기까지 필요한 과정을 하나의 흐름으로 연결합니다.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8C1D2-BEA2-4583-AC60-88D9E00B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C16E0-1CA5-4641-8A7D-614EF773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571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84D69-B7A2-417B-998C-D983AF13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5E391-F9D8-4230-A901-20B81765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819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타겟 설정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화면 기획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코드 제작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사업성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각각 따로 진행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5BA7F-AC5C-498D-AB77-A63A8AAE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F525B-4CC8-44D4-B0C4-77AAD8ED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628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24A0D-4CCC-4EEC-BACE-C130C7A0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571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ACE7C-ECB8-442A-B834-E6E00BF0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95550"/>
            <a:ext cx="596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WITH MAG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69A05-D5C5-4D94-8080-8D5D689F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38450"/>
            <a:ext cx="59626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한 줄 아이디어 입력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→ AI 서버 3곳 병렬 분석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→ 편집 가능한 Merge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→ 다음 단계 자동 연결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→ MVP 패키지 생성</a:t>
            </a:r>
          </a:p>
        </p:txBody>
      </p:sp>
    </p:spTree>
    <p:extLst>
      <p:ext uri="{BB962C8B-B14F-4D97-AF65-F5344CB8AC3E}">
        <p14:creationId xmlns:p14="http://schemas.microsoft.com/office/powerpoint/2010/main" val="1531062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EDD76-B4A2-4CFE-BA54-D19E9226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02 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BA5F8-5A9A-4C9F-B156-D9FCB336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좋은 아이디어도 분절된 제작 과정에서 힘을 잃습니다.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0D722-ED25-4A65-BF93-4A360C07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954F3-6E8D-40A7-9F36-61458F71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DCE65-748F-4BA9-80EC-783BE276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238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DA73F-4866-42E1-B27D-D5B36059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7150" cy="2324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DF1FE-9FE0-48E0-84F4-313C7D5F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FRICTION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EBF79-BC06-40A2-A4B7-8B7B4F65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914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무엇부터 정의해야 하는지 알기 어렵습니다.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문제, 목표, 타겟이 섞인 채로 시작합니다.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2445F-6A68-40FD-80F7-9BAC94DC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3238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FE0A8-5009-4618-8ACC-A1E04AB6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57150" cy="2324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44FA1-683A-42A6-9718-9B15C310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FRICTION 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D461A-32A4-4DA2-99BC-8C0F2A0C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914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도구를 오갈 때마다 맥락이 사라집니다.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AI 답변과 기획 결과가 이어지지 않습니다.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55018-2840-4C4F-91A1-C8C6C566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238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7BC73-D342-4624-97C4-6A4C1345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57150" cy="2324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895BC-49DE-4D9B-8CA5-6C7185CC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FRICTION 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EE6A9-717D-4C66-878D-5182C48B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914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보여줄 결과물이 늦게 나옵니다.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검증과 설득의 타이밍을 놓칩니다.</a:t>
            </a:r>
          </a:p>
        </p:txBody>
      </p:sp>
    </p:spTree>
    <p:extLst>
      <p:ext uri="{BB962C8B-B14F-4D97-AF65-F5344CB8AC3E}">
        <p14:creationId xmlns:p14="http://schemas.microsoft.com/office/powerpoint/2010/main" val="994448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155C55-E427-4F0E-A2EA-78175FA2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03 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2D5B0-FC79-46A3-A06D-5DC8C3BE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첫 고객은 마감이 있고, 검토 가능한 초안이 필요한 사람입니다.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2961F-FE6E-4C54-9E5B-4CB60790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748D2-D1F8-4C93-A08B-75B35E91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0A2DA-C223-4E25-8047-08539256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876550" cy="37528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BAD4F-B222-4CB5-8077-324B9C56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PERSONA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668A8-66DE-4980-A3C9-A7C08E57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1인 예비 창업자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C4568-2A93-49E6-8511-27E008A4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지원사업 마감 전</a:t>
            </a:r>
          </a:p>
          <a:p xmlns:a="http://schemas.openxmlformats.org/drawingml/2006/main">
            <a:pPr algn="l">
              <a:defRPr sz="14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아이디어를 제출 가능한</a:t>
            </a:r>
          </a:p>
          <a:p xmlns:a="http://schemas.openxmlformats.org/drawingml/2006/main">
            <a:pPr algn="l">
              <a:defRPr sz="14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기획과 화면으로 바꿔야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5DA73-2195-4E2F-9F3D-72238568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8D0B2-893B-4632-A8AC-8F70E04F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 PRESSURE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83510-862C-4BB6-A68D-AEB42545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683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B71D8-F7E9-4110-96BE-2D8A6BF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36E4F-CCE7-444A-BBCD-D0438604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651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CORE NEED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497E8-40EE-4969-8C1F-28F452B1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651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짧은 시간 안에 검토 가능한 기획서와 MVP 초안을 얻고 싶습니다.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6844E-C201-4ECB-85D3-5613F7BC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683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C8370-9730-4BAB-83F2-D236F00D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04B24-50F5-4106-B4B5-411EB736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95650"/>
            <a:ext cx="651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PAIN 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C1B41-3CF8-49E6-93E2-1F78A74F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651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여러 템플릿, 검색 결과, 생성형 AI를 오가며 직접 정리해야 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5C3D3-6741-4C80-8CF6-2BA9B39F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683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FB7C0-AEF1-4DF0-9553-F3A890D0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2D7FD-E1F7-47AC-B308-6F0319E6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29150"/>
            <a:ext cx="651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SUCCESS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54014-4FE0-4AB9-B653-F2BF226F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72050"/>
            <a:ext cx="651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다운로드 가능한 결과에 도달하고, 다시 사용할 의향을 보입니다.</a:t>
            </a:r>
          </a:p>
        </p:txBody>
      </p:sp>
    </p:spTree>
    <p:extLst>
      <p:ext uri="{BB962C8B-B14F-4D97-AF65-F5344CB8AC3E}">
        <p14:creationId xmlns:p14="http://schemas.microsoft.com/office/powerpoint/2010/main" val="265755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7EC536-DA3B-4EF1-90E7-8CBC4A26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04 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1DAEB-C360-48CC-BF8E-2A4CEFC6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MAG는 모호한 생각을 연속된 결정으로 바꿉니다.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89B64-8CB4-4AF7-946F-F21548E5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1923C-4B8C-4185-9DFF-87044626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D1363-2A6B-4622-B2FE-CD87E6F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6EC71-20B7-47CB-A219-80604111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B47AC-CA25-4D64-B676-D73EF004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7994D-D489-4FD1-81B4-29368583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F1ED4-5111-431F-90A6-DDBF3914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한두 줄 아이디어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0390C-1341-4FC6-BB2D-183E4417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4F2AE-2717-4057-8BA7-BC722F2B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E6E72-3FCA-4ADA-96CE-E735E1CC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28060-F7BA-4BD9-8812-13CB9446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85188-FC38-47C9-9A28-3AF054E1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2067C-3185-46D0-9F3E-E5035935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3개 AI 서버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78153-7AEB-4EC4-8C1D-7D24CC26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8D222-C51B-425A-BC9D-AD3F0CD3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82297-FECC-4A76-8A45-6B04E9D4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B3A10-DF1F-4D7C-8E5E-FDC87FBB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5F816-877B-448B-886E-6584F7A8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편집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B618F-9B20-4400-AE1A-533915B0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답변과 Merge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FBA8D-60E4-40FF-894D-567BA034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2EF77-A77A-4757-937B-F01DC406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A8796-C9EE-42E6-AA21-1CAB6CCA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ED2FD-46ED-42B5-8D59-288DE65F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0A91E-1D1E-4175-B6D3-A2E18752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시각화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9A568-531C-4290-82F8-BAAF8F78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화면과 영상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6B99C-3A87-4D6B-8D98-760F29E5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03F708-E549-4EF1-B145-B23F1978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DDEF73-7DBA-476A-B980-D7826CD4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FF2C0B-71A0-41A6-8BFE-FBD0EDF4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2FCBF1-4D21-421F-A126-0A58D998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48D605-FF88-4B8F-A54F-0400C7B4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사업성 PPT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A109EA-8F8C-46F7-8D1C-ADE0F4AF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사용자는 모든 단계에서 내용을 확인하고 수정할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423500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9233DB-62BC-4E7F-87B5-06610B12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05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23B63-13D1-4EE7-9C4E-57BF657C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세 AI의 시각과 하나의 Merge가 단계마다 반복됩니다.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AE6A0-62D4-4612-BF65-C055004A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BB6DF-A8E0-4E50-B588-26518D03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3F190-6AD0-4728-AFD8-1297748F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F5739-1912-4261-A4B4-7D0C40C7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7F40F-CC4E-4F63-9FBA-5D242857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F14B8-C7DC-4BC4-9700-149B9E90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A326D-873C-428F-87B4-43E1CE7B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아이디어·편집본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AC92C-851D-4C0C-9C39-DE8C51F6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D8564-A435-4959-9B28-A1770166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EE22A-6DAD-4D30-B10E-796FE477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566CD-2A91-4DD3-BDD1-1756F92E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15BB7-8A3D-4456-8ABB-923B42F9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AI SERVER ×3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2FE69-33B3-4839-A551-B27C16A8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병렬 요청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4C03B-0E09-4B6D-BDE5-A4CF5424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DF396-1939-4AC8-80E0-2DB17C34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A2F81-3614-4E06-B773-5647C130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B772E-6D0C-41B4-82A2-ACB903E7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13861-058B-470F-8520-3F8C2D19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사용자 검토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79E96-0052-4725-96DB-52F3EE18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직접 편집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D6E9C-31B1-4571-9508-A16608D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B17F0-21BE-4CC7-A3F8-B60A0DFC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C6F0B-DA43-47D4-AD95-B0AB7A18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F2D184-896A-4D03-B354-8CDF203E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02B791-FD6E-4A12-818F-2F03E5B7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MERGE SERVER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FDD675-1E8E-4B2E-A10F-5227BC1C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최적안 취합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698BD1-F03A-4C9D-897F-50145538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F3860B-8B6F-4E66-BD77-117F4C2D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0618A5-224C-448A-AF27-DDECED3C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7433EE-71D4-4ED0-BAC7-EDE4C6EB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EDAEEF-4838-4DE4-A937-18B99528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NEXT STAGE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96715F-ADDB-493C-B158-5D96675D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다음 프롬프트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53BB48-3E78-4BDF-8681-FFC4A8A2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11125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FC7848-E52F-46AE-BAE4-AA5A52B5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반복 단계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98CE93-24C8-454B-9289-12C0B768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문제 정의 → 타겟/페르소나 → 시나리오 → 핵심 기능 → WorkFlow → UI/UX → 코드 → 영상 → 사업성 → 제안서</a:t>
            </a:r>
          </a:p>
        </p:txBody>
      </p:sp>
    </p:spTree>
    <p:extLst>
      <p:ext uri="{BB962C8B-B14F-4D97-AF65-F5344CB8AC3E}">
        <p14:creationId xmlns:p14="http://schemas.microsoft.com/office/powerpoint/2010/main" val="7479940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3B6B19-E23B-4CE0-B45A-26366005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06 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44193-4F1E-42EE-8ADA-11DCE390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MAG는 텍스트 생성기가 아니라 MVP 제작 운영체계입니다.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9DC89-C311-4962-B2B4-A1405D6D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58427-DC79-40E2-BFDC-8E0DB18A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0C529-6085-4085-81E6-6E559DFE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20C4A-C2A2-4100-97C6-3811CC24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B1F67-CE94-4485-A002-11F72A11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ANALYZE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CEF9B-B808-4E95-8A36-6A6C8697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목표 · 타겟 · 시나리오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AI 서버별 관점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AE3CC-2125-4FD6-A589-3D688BCC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1BC3E-878F-409B-BA44-C1E920F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8F043-7D85-4AB8-8A41-6B6E45AF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669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64A39-B343-47B9-BC86-10E27D1B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핵심 기능 · WorkFlow · UI/UX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편집 가능한 취합본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13523-2FAD-4E4F-826C-FBB59CDB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080D2-353B-4F49-9865-33B3D013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5987D-44CF-42F9-931C-D55BD708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DELIVER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57CCF-8C2E-4CB6-9CC8-B1A023E9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Index Page · 영상 · 사업성 · PPT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검토 가능한 산출물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EAC8C-750E-4B49-A994-C8018CA4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운영 효과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D191B-48A1-436B-8BF3-C62FAE16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맥락 유지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A0986-F1F2-4F02-AFBC-AB237AF8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00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사용자 통제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BEEE9-35F1-451B-A6C3-D5A865CB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00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단계별 교체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ED7EA-0C42-4886-AB77-1464A340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00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납품 가능성</a:t>
            </a:r>
          </a:p>
        </p:txBody>
      </p:sp>
    </p:spTree>
    <p:extLst>
      <p:ext uri="{BB962C8B-B14F-4D97-AF65-F5344CB8AC3E}">
        <p14:creationId xmlns:p14="http://schemas.microsoft.com/office/powerpoint/2010/main" val="1016172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75FCD7-457D-4BC0-9F5B-D3AACEA8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07  UI /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93CFB-FEA3-4F7D-B02D-198C4826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현재 하네스는 운영 모델을 실제 화면으로 보여줍니다.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2F154-B769-4437-847D-A015232D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06CE3-B3A7-46C3-9D0F-B31C8648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6ca404fde4eb3"/>
          <a:stretch xmlns:a="http://schemas.openxmlformats.org/drawingml/2006/main"/>
        </p:blipFill>
        <p:spPr>
          <a:xfrm xmlns:a="http://schemas.openxmlformats.org/drawingml/2006/main">
            <a:off x="1528849" y="1524000"/>
            <a:ext cx="6010102" cy="4591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982A5-460A-4E90-9433-43CC063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2781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BEA13-8DE8-49FC-9478-A28C8168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40785-595C-4DDA-9FD7-77F64AEF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LEFT NAV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11974-286A-4CE0-9981-E08F8D08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10단계 현재 위치를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붉은 배경으로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4A01D-EFD9-45D4-99FC-989C3D6F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2781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58753-9AED-407C-AA88-E0DF2BA1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35887-1B0C-492E-885A-C020826C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EDITABLE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1C1B5-A4F6-4642-8E23-A3C5EA3F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모든 결과와 Merge를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직접 수정 가능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0D8A7-AF3F-4037-B331-7510BAC5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9600"/>
            <a:ext cx="2781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8DEC1-3717-4D96-A07B-5061703F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96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D0DE3-05AF-4275-B25E-E5FEDD30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7200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EC1B1-288E-4DF9-8214-33ABC511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1490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AI 선택과 Submit을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반복하는 익숙한 흐름</a:t>
            </a:r>
          </a:p>
        </p:txBody>
      </p:sp>
    </p:spTree>
    <p:extLst>
      <p:ext uri="{BB962C8B-B14F-4D97-AF65-F5344CB8AC3E}">
        <p14:creationId xmlns:p14="http://schemas.microsoft.com/office/powerpoint/2010/main" val="12048024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F0AADF-CE3F-4EA1-A471-E67C1171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08 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7F563-AB10-4DF6-9A6B-92E7404E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교체 가능한 모듈 구조가 실제 연결을 준비합니다.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F548A-D410-4AE6-95AD-2AA168AC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BDAB5-E166-453A-AAD4-AE6D4058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9078F-7FD6-4D60-8419-158D1CB7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70675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0C1A30"/>
          </a:solidFill>
          <a:ln xmlns:a="http://schemas.openxmlformats.org/drawingml/2006/main" w="9525">
            <a:solidFill>
              <a:srgbClr val="2136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A9A51-A319-43D5-AD54-72C04743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6477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server/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app.js                    API 라우팅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problem-definition.js      문제 정의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persona-analysis.js        타겟 / 페르소나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scenario-analysis.js       사용자 시나리오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feature-definition.js      핵심 기능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workflow-design.js         WorkFlow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uiux-design.js             UI / UX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code-generation.js         Index Page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media-generation.js        이미지 / 영상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business-analysis.js       사업성 분석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presentation-generation.js 제안서 초안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client/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app.js · styles.css        화면과 상태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B7772-089C-487C-B441-6615EF03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857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01874-5F8B-464E-81A8-D205A05F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571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417CF-7F4E-48F1-8157-5578F1A3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145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STANDARD LIBRARY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763A3-0A30-462F-BF7D-8E3BD1B9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외부 패키지 없이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즉시 검증 가능한 하네스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EEF85-6C6E-41DF-81AF-89925528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857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4020A-D5B4-43F6-A892-D92F6314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571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51EE0-2B86-49B6-8448-B03A4661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REPLACEABLE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41FC2-0A5C-4A3D-BF2A-934F64A3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2430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시뮬레이션 모듈을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실제 API 어댑터로 교체</a:t>
            </a:r>
          </a:p>
        </p:txBody>
      </p:sp>
    </p:spTree>
    <p:extLst>
      <p:ext uri="{BB962C8B-B14F-4D97-AF65-F5344CB8AC3E}">
        <p14:creationId xmlns:p14="http://schemas.microsoft.com/office/powerpoint/2010/main" val="9345007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6C6175-20B3-4A7A-9D1C-F169B6F2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09  FUTURE FILM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70B5D-43B2-411F-B253-F35FDB63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완성형 경험은 10초 안에 가치가 보여야 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E65BD-0AF2-479F-BD84-066A6DEF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C852A-5916-46A3-9D35-117A36C5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BDB32-AB64-43FC-80A8-F05275ED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1818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7162F"/>
          </a:solidFill>
          <a:ln xmlns:a="http://schemas.openxmlformats.org/drawingml/2006/main" w="9525">
            <a:solidFill>
              <a:srgbClr val="244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A9E83-01D0-4679-A56D-0011508C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MAG FUTURE PRODUCT FILM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7CD17-E26A-4D8A-B74B-06CD4D53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561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아이디어가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제품이 되는 순간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A6958-75DA-4F53-88C8-6F50806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8E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9D8EC"/>
                </a:solidFill>
                <a:latin typeface="Malgun Gothic"/>
                <a:ea typeface="Malgun Gothic"/>
                <a:cs typeface="Malgun Gothic"/>
              </a:rPr>
              <a:t>Multi-AI orchestration · live MVP generation · ready to launch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FA3C5-9BC3-4373-9546-92885A98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E802D-E70F-4EE5-98C2-64755595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▶  10 SEC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0A62F-0245-4F20-835B-CA19E3F6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172A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697C6-38C0-4F17-92EF-7B2AA613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571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C0FF"/>
          </a:solidFill>
          <a:ln xmlns:a="http://schemas.openxmlformats.org/drawingml/2006/main" w="9525">
            <a:solidFill>
              <a:srgbClr val="9CC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CF921-038A-4C96-A049-C735DAFC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VIDEO 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1C664-D557-42E8-9E18-607CA438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38400"/>
            <a:ext cx="2628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http://127.0.0.1:8787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웹 앱에서 미래 완성형</a:t>
            </a:r>
          </a:p>
          <a:p xmlns:a="http://schemas.openxmlformats.org/drawingml/2006/main">
            <a:pPr algn="l">
              <a:def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모션 프리뷰 재생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1EE88-EDDB-4AB2-A835-D089EED4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PPT에는 링크를 넣는 방식이 재생 호환성과 파일 용량 관리에 가장 안정적입니다.</a:t>
            </a:r>
          </a:p>
        </p:txBody>
      </p:sp>
    </p:spTree>
    <p:extLst>
      <p:ext uri="{BB962C8B-B14F-4D97-AF65-F5344CB8AC3E}">
        <p14:creationId xmlns:p14="http://schemas.microsoft.com/office/powerpoint/2010/main" val="843313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A4808D-72FF-42BF-8A4D-028C0A96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10 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0503F-13A6-4855-ABA1-06B4F979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프로젝트 매출이 구독과 기관 라이선스로 확장됩니다.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25328-E1CE-4A93-BD9A-FA2683E8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7A8CA-D6A9-44AE-8BB4-5C73C2F4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06FEA-07EA-4077-A473-D462D5F1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A8CFB-C0F9-4F7C-B7CE-605AE3EF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464EE-4081-40D7-A1C2-18BEEB24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제작 패키지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5F967-E36C-4433-AF0F-EEFB54FC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제출용 MVP 결과물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00793-3698-4BF1-9D8D-03697159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BE4A6-7050-4112-8C93-5D596A83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1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98498-6959-4AAD-BE5C-74E033D5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90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월 구독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1BE61-A267-4A71-8780-AA1E4137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반복 제작과 이력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E7CE2-0734-4ACF-8126-4E61789A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47E98-EF9D-4529-9361-39E5D03F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D8461-C25E-4D6D-8F6F-DAA09DB1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프리미엄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3039B-8709-4877-B6A7-404EA4C5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관리자 검수와 보완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30FD9-9316-4342-90A7-3BDD362D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5B603-CA19-4A51-B662-480A07A3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1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BC77E-936D-43F2-B302-DD2BC457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90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B2B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FE7A8-EB28-41D4-82F5-9FF5F5F6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기관 프로그램 라이선스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3AC28-152F-4416-B5D9-83026665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09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초기 품질은 템플릿과 관리자 검수로 관리하고, 반복 사용을 구독으로 전환합니다.</a:t>
            </a:r>
          </a:p>
        </p:txBody>
      </p:sp>
    </p:spTree>
    <p:extLst>
      <p:ext uri="{BB962C8B-B14F-4D97-AF65-F5344CB8AC3E}">
        <p14:creationId xmlns:p14="http://schemas.microsoft.com/office/powerpoint/2010/main" val="16155094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B32DB1-44EB-43E4-A3F9-E35D496F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11  VIABILITY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34041-7EA7-49B4-B613-F95D7DEC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모듈형 운영은 품질, 비용, 신뢰 리스크를 통제합니다.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042CF-1F8C-4968-BF22-7F44ACA8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A016F-420E-4863-998D-7380815A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88188-1AB6-443A-B64C-82C6BDC1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744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E9051-B245-469E-AA63-701D3F16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시장성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2452E-163E-4553-A4D5-40F70622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마감이 있는 초기 창업자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6926F-FF13-417E-B536-B47172AA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프로젝트 완료율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28F90-CF24-4B92-9146-8130497F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744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CA544-E281-4C55-8EFE-7DC1544B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기술성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8E74E-03BF-4CED-B0BC-AF15A844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단계별 모듈 교체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619E5-ED90-41A7-A918-75BF7B14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API 연결 성공률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00E1C-6CF6-454F-8878-061A85C0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0744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13A33-1C81-4F3B-B907-233DE272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수익성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A8E0A-7C46-44E6-BA88-5D6217B6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패키지 → 구독 → B2B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647DE-3A2B-4D19-81FF-601D2066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유료 전환 의향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C6FEA-5475-4D07-87C1-C528811F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744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FC5A3-67F7-478D-82DD-4B334C10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리스크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4FC96-C801-49D2-BCD7-7C02FB45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품질 편차 · 호출 비용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27A20-5322-470A-B3B9-C014E0A3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검수 시간 · 캐시율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4C55A-BDA3-4011-8633-2D214C3A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144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검증 기준</a:t>
            </a:r>
          </a:p>
        </p:txBody>
      </p:sp>
    </p:spTree>
    <p:extLst>
      <p:ext uri="{BB962C8B-B14F-4D97-AF65-F5344CB8AC3E}">
        <p14:creationId xmlns:p14="http://schemas.microsoft.com/office/powerpoint/2010/main" val="5824711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05287A-8956-4E5E-BCC3-121CA16F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12 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ED8AC-028E-489C-AE12-68D1F24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하네스에서 연결형 제작 플랫폼으로 단계적으로 전환합니다.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5E1EE-AB9E-4357-9A51-B789D889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384DB-48F1-4FDC-AEE4-D5357F9A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51440-C2A7-4365-8F96-EE729F7A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1145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02C1B-87B1-49FE-921D-412F9690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A5472-D1D0-4B40-97D3-A6121545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화면 흐름과 시뮬레이션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92963-B4F2-4945-876B-DD7202B5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검증 가능한 하네스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93C27-20D9-4C2A-89D1-794C8AEF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9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8FDC4-8AE8-47CD-B03A-DD8375E9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21145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28208-5474-47CF-B701-0A35BEAD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63269-05A7-465A-8B06-4C654414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289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실제 AI 제공사 어댑터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45424-ED12-4A55-AE8B-7A1DE17B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81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실제 결과 품질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4FB07-2676-4CC7-B7E5-AD8041C3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9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364A6-B7AD-4B29-BC84-A2A80FAF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21145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B2A5A-B0AF-4126-AE42-714C0E90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THEN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3E82D-E1F0-4D32-962E-C5A446C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파일 생성과 관리자 검수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F549D-91FF-42F5-ABAA-DA288258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납품 패키지 자동화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943E1-6951-4B57-B19F-52DB61A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30905-E5F5-4F24-A73F-3AAA8C2E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0300"/>
            <a:ext cx="21145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2A49"/>
          </a:solidFill>
          <a:ln xmlns:a="http://schemas.openxmlformats.org/drawingml/2006/main" w="9525">
            <a:solidFill>
              <a:srgbClr val="314C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1C460-0F3E-4576-9DEF-6CF9F606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AC6C61-CDBB-47C8-8300-8CE39FE0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7FAFF"/>
                </a:solidFill>
                <a:latin typeface="Malgun Gothic"/>
                <a:ea typeface="Malgun Gothic"/>
                <a:cs typeface="Malgun Gothic"/>
              </a:rPr>
              <a:t>계정 · 이력 · B2B 운영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BB1E31-F31E-4051-9CBD-53FEDD50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반복 매출 확대</a:t>
            </a:r>
          </a:p>
        </p:txBody>
      </p:sp>
    </p:spTree>
    <p:extLst>
      <p:ext uri="{BB962C8B-B14F-4D97-AF65-F5344CB8AC3E}">
        <p14:creationId xmlns:p14="http://schemas.microsoft.com/office/powerpoint/2010/main" val="20747085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F89C13-CCAF-4D43-A076-36F08EB9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25"/>
          </a:solidFill>
          <a:ln xmlns:a="http://schemas.openxmlformats.org/drawingml/2006/main" w="9525">
            <a:solidFill>
              <a:srgbClr val="0712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B6525-48A0-4E2F-8B07-CB82B31C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7270D-5665-4E2E-823E-FB183A1D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763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MAG는 아이디어를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설득 가능한 증거로 바꿉니다.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A6C92-A821-4941-9DB4-4567B26A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rPr>
              <a:t>기획 · 화면 · 코드 · 영상 · 사업성 · 제안서를</a:t>
            </a:r>
          </a:p>
          <a:p xmlns:a="http://schemas.openxmlformats.org/drawingml/2006/main">
            <a:pPr algn="l">
              <a:defRPr sz="1800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rPr>
              <a:t>하나의 통제 가능한 흐름에서 완성합니다.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97BF9-C150-4278-BBC7-B8C735A6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390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78FCE-D479-437C-B2ED-75B8DC5F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MVP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B53A2-6586-464D-8292-46D65279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http://127.0.0.1:8787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5B7DA-84DD-403C-9F54-000F3038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</p:spTree>
    <p:extLst>
      <p:ext uri="{BB962C8B-B14F-4D97-AF65-F5344CB8AC3E}">
        <p14:creationId xmlns:p14="http://schemas.microsoft.com/office/powerpoint/2010/main" val="1885919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2026-06-02T06:12:10.2750000Z</dcterms:created>
  <dcterms:modified xsi:type="dcterms:W3CDTF">2026-06-02T06:12:10.2750000Z</dcterms:modified>
</coreProperties>
</file>