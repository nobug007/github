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6b7d0cbabb4117" /><Relationship Type="http://schemas.openxmlformats.org/officeDocument/2006/relationships/extended-properties" Target="/docProps/app.xml" Id="Ra794f1edcdd14774" /><Relationship Type="http://schemas.openxmlformats.org/officeDocument/2006/relationships/officeDocument" Target="/ppt/presentation.xml" Id="Rb2542df4118547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b438e49e8474a"/>
  </p:sldMasterIdLst>
  <p:notesMasterIdLst>
    <p:notesMasterId xmlns:r="http://schemas.openxmlformats.org/officeDocument/2006/relationships" r:id="Re626f3e81b724ac4"/>
  </p:notesMasterIdLst>
  <p:sldIdLst>
    <p:sldId xmlns:r="http://schemas.openxmlformats.org/officeDocument/2006/relationships" id="256" r:id="R019a417d6582435b"/>
    <p:sldId xmlns:r="http://schemas.openxmlformats.org/officeDocument/2006/relationships" id="257" r:id="Rccfed5cd01d1456e"/>
    <p:sldId xmlns:r="http://schemas.openxmlformats.org/officeDocument/2006/relationships" id="258" r:id="R840b2b5f903f4116"/>
    <p:sldId xmlns:r="http://schemas.openxmlformats.org/officeDocument/2006/relationships" id="259" r:id="R177e1d61184e4e26"/>
    <p:sldId xmlns:r="http://schemas.openxmlformats.org/officeDocument/2006/relationships" id="260" r:id="R9d8d481840394096"/>
    <p:sldId xmlns:r="http://schemas.openxmlformats.org/officeDocument/2006/relationships" id="261" r:id="R924ba453d8e14bde"/>
    <p:sldId xmlns:r="http://schemas.openxmlformats.org/officeDocument/2006/relationships" id="262" r:id="Rf9d3dcec19d54416"/>
    <p:sldId xmlns:r="http://schemas.openxmlformats.org/officeDocument/2006/relationships" id="263" r:id="Rae718bdc195642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331b691f8a41c1" /><Relationship Type="http://schemas.openxmlformats.org/officeDocument/2006/relationships/slideMaster" Target="/ppt/slideMasters/slideMaster1.xml" Id="Rac2b438e49e8474a" /><Relationship Type="http://schemas.openxmlformats.org/officeDocument/2006/relationships/notesMaster" Target="/ppt/notesMasters/notesMaster1.xml" Id="Re626f3e81b724ac4" /><Relationship Type="http://schemas.openxmlformats.org/officeDocument/2006/relationships/presProps" Target="/ppt/presProps.xml" Id="Rec97fc8257024826" /><Relationship Type="http://schemas.openxmlformats.org/officeDocument/2006/relationships/viewProps" Target="/ppt/viewProps.xml" Id="R63549082931f4793" /><Relationship Type="http://schemas.openxmlformats.org/officeDocument/2006/relationships/tableStyles" Target="/ppt/tableStyles.xml" Id="R6436953f18f946be" /><Relationship Type="http://schemas.openxmlformats.org/officeDocument/2006/relationships/slide" Target="/ppt/slides/slide1.xml" Id="R019a417d6582435b" /><Relationship Type="http://schemas.openxmlformats.org/officeDocument/2006/relationships/slide" Target="/ppt/slides/slide2.xml" Id="Rccfed5cd01d1456e" /><Relationship Type="http://schemas.openxmlformats.org/officeDocument/2006/relationships/slide" Target="/ppt/slides/slide3.xml" Id="R840b2b5f903f4116" /><Relationship Type="http://schemas.openxmlformats.org/officeDocument/2006/relationships/slide" Target="/ppt/slides/slide4.xml" Id="R177e1d61184e4e26" /><Relationship Type="http://schemas.openxmlformats.org/officeDocument/2006/relationships/slide" Target="/ppt/slides/slide5.xml" Id="R9d8d481840394096" /><Relationship Type="http://schemas.openxmlformats.org/officeDocument/2006/relationships/slide" Target="/ppt/slides/slide6.xml" Id="R924ba453d8e14bde" /><Relationship Type="http://schemas.openxmlformats.org/officeDocument/2006/relationships/slide" Target="/ppt/slides/slide7.xml" Id="Rf9d3dcec19d54416" /><Relationship Type="http://schemas.openxmlformats.org/officeDocument/2006/relationships/slide" Target="/ppt/slides/slide8.xml" Id="Rae718bdc1956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2851434b8d42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de06984f364efd" /><Relationship Type="http://schemas.openxmlformats.org/officeDocument/2006/relationships/notesMaster" Target="/ppt/notesMasters/notesMaster1.xml" Id="R82e1eef267c744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a95072b7c6420e" /><Relationship Type="http://schemas.openxmlformats.org/officeDocument/2006/relationships/notesMaster" Target="/ppt/notesMasters/notesMaster1.xml" Id="R82025bdb732c49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e2fb0f870544a2" /><Relationship Type="http://schemas.openxmlformats.org/officeDocument/2006/relationships/notesMaster" Target="/ppt/notesMasters/notesMaster1.xml" Id="Rd2aff1fef94f46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6529d8029c4f6d" /><Relationship Type="http://schemas.openxmlformats.org/officeDocument/2006/relationships/notesMaster" Target="/ppt/notesMasters/notesMaster1.xml" Id="Rdbd0ad1715a547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10f35aae74f09" /><Relationship Type="http://schemas.openxmlformats.org/officeDocument/2006/relationships/notesMaster" Target="/ppt/notesMasters/notesMaster1.xml" Id="R249d09163f80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5b29bb2d447a7" /><Relationship Type="http://schemas.openxmlformats.org/officeDocument/2006/relationships/notesMaster" Target="/ppt/notesMasters/notesMaster1.xml" Id="Raeb48d4c6c5f47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a414dd0598497c" /><Relationship Type="http://schemas.openxmlformats.org/officeDocument/2006/relationships/notesMaster" Target="/ppt/notesMasters/notesMaster1.xml" Id="R5bce00eb100742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b28c89d9c543ce" /><Relationship Type="http://schemas.openxmlformats.org/officeDocument/2006/relationships/notesMaster" Target="/ppt/notesMasters/notesMaster1.xml" Id="Rf5a793114c26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e25318b8f49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c07fd21204619" /><Relationship Type="http://schemas.openxmlformats.org/officeDocument/2006/relationships/slideLayout" Target="/ppt/slideLayouts/slideLayout1.xml" Id="Rda6230ad108b45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230ad108b45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21c05abd34649" /><Relationship Type="http://schemas.openxmlformats.org/officeDocument/2006/relationships/notesSlide" Target="/ppt/notesSlides/notesSlide1.xml" Id="Rfbe0ccf8aeac4c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2f9f1a9934c70" /><Relationship Type="http://schemas.openxmlformats.org/officeDocument/2006/relationships/notesSlide" Target="/ppt/notesSlides/notesSlide2.xml" Id="Rca1fe3d67291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054cf92df4398" /><Relationship Type="http://schemas.openxmlformats.org/officeDocument/2006/relationships/notesSlide" Target="/ppt/notesSlides/notesSlide3.xml" Id="R92f2dd01745b4d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5d0271ccd4109" /><Relationship Type="http://schemas.openxmlformats.org/officeDocument/2006/relationships/notesSlide" Target="/ppt/notesSlides/notesSlide4.xml" Id="Rfac6cf61cba448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14d8c4f504244" /><Relationship Type="http://schemas.openxmlformats.org/officeDocument/2006/relationships/notesSlide" Target="/ppt/notesSlides/notesSlide5.xml" Id="R763cb6f96f3440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be4d6b1e6437d" /><Relationship Type="http://schemas.openxmlformats.org/officeDocument/2006/relationships/notesSlide" Target="/ppt/notesSlides/notesSlide6.xml" Id="R929a8cc7637740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fa148d3aa46a9" /><Relationship Type="http://schemas.openxmlformats.org/officeDocument/2006/relationships/image" Target="/ppt/media/image.png" Id="R00a38c933bfd4dd5" /><Relationship Type="http://schemas.openxmlformats.org/officeDocument/2006/relationships/notesSlide" Target="/ppt/notesSlides/notesSlide7.xml" Id="R534bae78cf5344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196fe84e7458e" /><Relationship Type="http://schemas.openxmlformats.org/officeDocument/2006/relationships/notesSlide" Target="/ppt/notesSlides/notesSlide8.xml" Id="Rd2f4f39f256f41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F2058B-942D-4C59-A2A8-E8BEA5EF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D29C8-5F7E-4335-B786-91B6E277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7EABC-0602-435D-9E0B-62E883B6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8C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370EE1-830D-40C5-87B3-2E53F000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E8C5586-DFA0-4370-B87E-7EC75D66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AD5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AD5E8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69546-AF05-41E5-99B2-6B74E4B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MAG AI MVP Builder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769F9-4EE5-4E66-BC60-9C338D41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D7DEEA"/>
                </a:solidFill>
                <a:latin typeface="Malgun Gothic"/>
                <a:ea typeface="Malgun Gothic"/>
                <a:cs typeface="Malgun Gothic"/>
              </a:rPr>
              <a:t>아이디어 한 줄에서 문제 정의, 사용자 시나리오, UI/UX, 코드, 영상, 사업 보고서까지 이어지는 AI 기반 MVP 자동 제작 프로그램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CDA2F-1BE3-412C-A74A-5E343E97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F63F6">
              <a:alpha val="13333"/>
            </a:srgbClr>
          </a:solidFill>
          <a:ln xmlns:a="http://schemas.openxmlformats.org/drawingml/2006/main" w="9525">
            <a:solidFill>
              <a:srgbClr val="4F63F6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0D3A9-C1A9-4850-93A0-7AAAB991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Multi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3D140-47A7-44B7-9223-A4EE873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43250"/>
            <a:ext cx="1028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A978">
              <a:alpha val="13333"/>
            </a:srgbClr>
          </a:solidFill>
          <a:ln xmlns:a="http://schemas.openxmlformats.org/drawingml/2006/main" w="9525">
            <a:solidFill>
              <a:srgbClr val="18A978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5F1F5-9E59-40A6-87CE-C3803DB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90875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A9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A978"/>
                </a:solidFill>
                <a:latin typeface="Aptos"/>
                <a:ea typeface="Aptos"/>
                <a:cs typeface="Aptos"/>
              </a:rPr>
              <a:t>Live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DD89C-4F81-46DF-80CA-21639488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B7791F">
              <a:alpha val="13333"/>
            </a:srgbClr>
          </a:solidFill>
          <a:ln xmlns:a="http://schemas.openxmlformats.org/drawingml/2006/main" w="9525">
            <a:solidFill>
              <a:srgbClr val="B7791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DB922-DF84-4F88-9295-F06F94CE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90875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MVP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46641-0477-41B3-8CDF-7E334F1A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7324A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492DE-C122-40B7-B014-9936F125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13598-95A2-47AF-9F1C-94C8AA4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CC9F8-3A87-4488-A86E-94556BDE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7324A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AED98-6872-48DF-BF04-FA6D5A4E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5BAD3-B529-471B-9AC9-D674F5FC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4E90B-A535-4FD5-A63A-2017F0D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7324A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8AC6D-A262-403D-A500-ED2AFFC8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FCADD-3DE8-491A-9D59-ECC128CD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38541-4E8B-4D08-A0E0-6F37DFD7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7324A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6FA79-1427-4A67-ACDD-97B2254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C893C-A1BD-420C-86B7-F3481A7D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A8905-AB56-4411-AF47-37729BE8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7324A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10CE7-006C-4A36-BFB1-EBDDAB8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228EED-0E3C-4AF0-9D2F-F72F88B0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8B839-E997-42F2-9E5A-2D11D1C1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7324A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0DD9B-DD54-4C21-A258-59AD0EB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UI/UX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B0DD3-C85A-4E1E-BFE0-3F7BA33C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030B8-5540-41E7-8047-E92F7314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3A34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BA4B9-1A39-45BC-9941-876608C9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DA16C3-9C19-4E77-A69E-BEDB8D2D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A2FE3F-374E-4CB3-A09D-DE29963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3A34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200DFB-6FE2-42DC-9FA3-5A358F98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41CBAE-F992-470A-B2C6-6616FD5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85CB2B-F784-4C98-A2B9-94B83E9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3A34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4D9632-392B-4B5C-8B0C-E1FAB51F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22B817-4CF5-42F4-8C3B-7F2300C9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9720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795000-A56F-4316-AFFF-2E5963F0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81550"/>
            <a:ext cx="742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3A34"/>
          </a:solidFill>
          <a:ln xmlns:a="http://schemas.openxmlformats.org/drawingml/2006/main" w="9525">
            <a:solidFill>
              <a:srgbClr val="3440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3A5A32-3A57-4BBC-821C-A513B16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958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A55C7F-D8CD-4B20-A047-AF59057F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4D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4D6"/>
                </a:solidFill>
                <a:latin typeface="Malgun Gothic"/>
                <a:ea typeface="Malgun Gothic"/>
                <a:cs typeface="Malgun Gothic"/>
              </a:rPr>
              <a:t>발표 목적: 현재 구현된 제품 방향, 핵심 차별점, 라이브 AI 운영 이슈와 다음 개발 우선순위를 명확히 공유</a:t>
            </a:r>
          </a:p>
        </p:txBody>
      </p:sp>
    </p:spTree>
    <p:extLst>
      <p:ext uri="{BB962C8B-B14F-4D97-AF65-F5344CB8AC3E}">
        <p14:creationId xmlns:p14="http://schemas.microsoft.com/office/powerpoint/2010/main" val="21087746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9597A-5D49-4E70-872E-A203B6F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551E0-4D22-461C-B974-46FDA3A3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87F18-E110-453F-A44A-FC8F52E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2D064A-6E0C-4022-A6FB-A4791629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C7FBBF1-7BB7-4A67-B740-E4CC81F8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0345F-B3CC-477E-9628-48203399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MVP 제작은 빠른 듯 보이지만, 검증과 산출물이 서로 끊겨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6DBEB-3DD8-4E42-82D9-84B78E9C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아이디어를 입력한 뒤에도 기획, UX, 코드, 영상, 발표자료가 각자 다른 도구와 다른 문맥에서 다시 작성됩니다.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311CF-1E83-4BCC-BBC5-B8729C1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1C6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7565E-0C96-4581-ACCC-7836C90F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rPr>
              <a:t>아이디어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B1952-D9D4-41D2-9372-EAAC920B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0512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문제 정의와 목표가 사람마다 다르게 해석됨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4F352-6561-4F93-9AC9-7282C09C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384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46DDF-BF62-491F-B2CF-6717986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670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재작업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66F48-B16E-4C89-80B7-C6640B5E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1C6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19861-C731-4202-8A21-FA796F8E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rPr>
              <a:t>사용자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ECE9A-C5B6-44C5-A7A2-FA9CF93C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0522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페르소나, 시나리오, 기능 우선순위가 연결되지 않음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7E716-432E-4F95-8EB3-2EB7CB8F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385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055A3-34FB-4BC1-996B-9CEA1303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재작업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906DC-5878-4A51-911B-0925B6FD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1C6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F3677-FFEB-4531-A476-7A369A7B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053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rPr>
              <a:t>실행 산출물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9250C-4B9E-4DC4-A902-9263D94F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0532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UI/UX, 코드, 영상, 보고서가 같은 기준으로 묶이지 않음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459D3-094A-4214-B796-C2B4D2D0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386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83872-5176-48F0-A290-0A1FEDE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672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재작업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6E83F-D013-4E66-8213-7853DE0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4762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1C6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4602A-099A-465E-AA2A-30A92312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054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43C3C"/>
                </a:solidFill>
                <a:latin typeface="Malgun Gothic"/>
                <a:ea typeface="Malgun Gothic"/>
                <a:cs typeface="Malgun Gothic"/>
              </a:rPr>
              <a:t>AI 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EA4C3-6C11-4407-A1E2-7E746068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0542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어떤 AI가 실제 응답했는지, 크레딧이 남았는지 확인이 어려움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757C22-FC7C-4586-BAB0-B5F31C6F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3877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61B93-46DD-42DB-AECB-FA28092B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673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재작업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F2F78-1BB2-4E89-A881-EBABEAAB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190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C6D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E1A79-0811-49ED-9C06-E622CBB6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63F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발표 핵심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98AA77-5BA3-4F45-8392-3750AAE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MAG는 각 단계의 AI 결과를 비교하고, 병합된 문맥만 다음 단계로 넘겨 재작업을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138250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A1D7E-D571-4AF6-977C-E0576D66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61FB0-22CD-401A-BE7E-9961F9EC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2E609-B475-4371-9F79-0B3035EC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CFD28C-938E-4600-A033-32950D23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B3632B8-06E5-4D84-8589-B47E58C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SOLUTION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331B1-F3A5-48D1-B849-BD206806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14단계 파이프라인이 아이디어를 실행 가능한 패키지로 전환합니다.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B9006-8FC5-4156-942F-603C753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각 단계는 세 개의 AI 답변을 받고, 사용자가 편집한 결과를 병합하여 다음 프롬프트로 넘깁니다.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9FE7A-4F51-4335-9E71-2C2DAC73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4B493-5EFC-4D62-BB70-4F716F35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82B35-2586-480A-9D73-130F2DFA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73353-40CC-4440-B278-DAEB8A6C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아이디어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3982C-C22C-43D0-B16D-DC54E103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67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7D87C-69A0-4D6C-8A2F-0F49359A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76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0ECAC-AA2D-4825-B7F5-E5415C3E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622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273EA-1589-405E-9BEF-0E695D72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BD0DC-3177-436F-A845-4DFE689D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CC0D3-EA5B-4283-8387-17C41C7C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96D42-E32C-4954-8CAF-CB01E4C9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79DCB-90D7-4FFA-AE5B-F4BAD56D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622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20696-EEAB-4F39-8127-F8908EB8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765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0B5A6-7485-42A7-8755-8D848C6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페르소나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C9CAA-B366-4588-B83E-A34983F3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67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39543-19D6-42EA-A046-167C225E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76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186E9E-E49B-45F5-A149-2D90214C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622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055F99-0EC1-4F0C-B433-127C0867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00099-328C-411E-B5FE-EDA452B6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90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시나리오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947FC-22BA-4E02-BCE8-D08E8534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D1E8A0-D23E-4ABE-9EFC-02F8B004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76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3C6AF-C42F-49EA-87D3-DF1D7C30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622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5BC70-6CA7-455C-A4D0-4953517D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930048-D860-47D2-B35E-3E0F07D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기능 정의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5E90BC-582B-45E5-8466-7622961B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FBEC9-33E4-40FA-937E-50396B1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74F250-2DE4-4454-876C-FC037A6B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622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E5DD5D-A354-4BBD-9435-0EF57D0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765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804CBE-CB82-4695-B706-DE8C3971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워크플로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5A86F3-9F1D-4F57-AEA8-18FDC836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670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C0CE72-9BF8-44AE-9FEC-486A0E4B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765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268C5A-BA7F-47DB-B637-8C90FA3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622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A79322-F443-43CE-B3F4-935E26F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765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F11B3-9B96-4007-8344-8837038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908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UI/UX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D8D7C6-0428-49FE-A9E9-B8A8C4F7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D93206-61E9-43B0-B44A-019E566F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DCAC33-DCD4-414A-BFFE-3F5F1D4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F63F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72285B-B8EA-4BF5-8523-B1119D90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코드 생성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35594F-7C5E-4F57-AD70-8E95A9B3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7FD077-B764-4FD4-9ABB-C74F7AA0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4DCCAB-D99E-427B-BCC7-F306D97A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433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0BEC94-CFF0-4CC5-8809-C66B5128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576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8A97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6CC4A2-43C9-42B6-B8ED-DC3CECF0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719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영상 생성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EEE717-836A-43CD-91DF-72A4C7DF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ECD155-3D00-4DC0-98EC-2CDC9ABA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46618C-5930-454D-8068-D73FDD39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433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87A9EA-3F04-43A5-99C4-3661F647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8A97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654D8F-F82D-40A5-BA79-5E510508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사업 분석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72B250-71F6-4E26-9BDD-743D5E8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48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206F19-7EF2-4948-AF52-1CC9B99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6EDCF1-C478-48EB-A4DD-D3194E37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433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695BFC-94FC-4CC4-9501-9F0CCEBA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8A97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188656-D580-4185-913E-B2C1E9C9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리스크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3DE7DE-E256-4471-9FA7-3A73BA16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D3620A-FD44-470C-B7EB-4A320CB9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927466-BE32-4444-8774-DB2AD6CF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433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F8F489-D44D-4158-93B1-B26B69E3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8A97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E6810B-5983-4F81-9EA5-936F41C3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비교 분석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9D505B-35AB-4584-8430-BCEAA6F7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48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0235214-7EAB-4DF7-9895-4EE73D9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EE7BE5-FBC1-4B0C-8CB0-1B75BE0F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9EDE2C-9583-4B25-81C5-7C6B0911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576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8A97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99DD222-8D65-4888-8DE5-EFEA050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관리 검토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A47174-20AB-42FD-9C1C-AB1E22ED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481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94B53B-CF76-4F98-809B-A1F92CD0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CE2C33-ABBC-4738-A4B0-CFFD2CBD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143375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01A08C-BFAA-4C40-BD1E-072EF4AB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5765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8A97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0E3208-127D-42C4-9F8F-93EE326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719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납품 패키지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5BD086-90A5-4CC5-98AC-038520E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운영 포인트: 모든 페이지는 상대 URL 기반으로 동작하고, 선택된 AI 서버의 실제 응답과 fallback 여부를 화면에서 확인하도록 개선 중입니다.</a:t>
            </a:r>
          </a:p>
        </p:txBody>
      </p:sp>
    </p:spTree>
    <p:extLst>
      <p:ext uri="{BB962C8B-B14F-4D97-AF65-F5344CB8AC3E}">
        <p14:creationId xmlns:p14="http://schemas.microsoft.com/office/powerpoint/2010/main" val="14649932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63087B-F8B5-474D-A7A0-E3584505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E49D0-BCA9-44C0-B554-DBC1D829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F79FB-55F6-4EC3-85D9-A523FC0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68EC662-B473-4404-8E56-0B2291FB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693331-C5C5-4F86-B8C9-2D8B2330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MULTI AI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D6C09-D15E-4215-8738-A8104FFB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한 개의 정답 대신, 세 개의 AI 관점을 비교한 뒤 병합합니다.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C906C-DAF3-4561-8DFE-97E4F359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선택된 서버가 같은 프롬프트를 받되 역할과 모델 특성이 달라 결과의 밀도와 관점을 넓힙니다.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202FB-6A55-42B1-ADF2-B28462CB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F63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121D5-640B-4749-BCE7-32BB46D8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C4EE0-22A2-45F8-AA09-C6DDE638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구조화와 정밀도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EC26E-28DA-4271-AC76-FBA11DD6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71950"/>
            <a:ext cx="28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F23C5-FD0F-4501-AA0D-55B857E0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A9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9777E-4A5D-4547-9B93-ADD5FBCB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A2E36-656F-4269-A480-BFECDD32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긴 문맥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1DA34-3B89-44EB-98D1-1CFBB496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28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48ADF-A48E-4E22-8BE4-5DAA8F8A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F7FDB-A971-4A23-86EC-A0656032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Groq / OpenRouter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76998-3D30-44EE-A24C-D72523B1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빠른 추론과 라우팅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CC19A-1D59-47FC-BCB2-5A13451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28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18D8A-7F2A-4078-9803-BA89A366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C6D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9BC74-F96B-4700-A57C-28FCFF90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24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F63F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사용자 편집 + Merge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EA458-F56A-49CE-B7F7-7D91A4D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선택, 수정, 병합 기록이 다음 단계 프롬프트가 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5FB22-35D0-4162-9076-AA701BA5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최근 개선: AI 응답 확인, actual model, source, fallback reason, preview trace를 화면에 노출</a:t>
            </a:r>
          </a:p>
        </p:txBody>
      </p:sp>
    </p:spTree>
    <p:extLst>
      <p:ext uri="{BB962C8B-B14F-4D97-AF65-F5344CB8AC3E}">
        <p14:creationId xmlns:p14="http://schemas.microsoft.com/office/powerpoint/2010/main" val="16074228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19F7A-AD0B-497E-A579-84AE4EE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78A83-9D03-4782-AA06-3768003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0DD99-0780-403F-8C61-0102363F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944CD9-EE9D-441E-9146-FA445866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961164-7FE2-4CEF-8C83-AFBBF937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OUTPUT 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3CEDB-44DC-415D-9BD7-7A913BC6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최종 산출물은 문서가 아니라, 발표 가능한 MVP 패키지입니다.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82BA7-CA36-4248-84C3-3ABA927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기획부터 사업성까지 같은 문맥에서 이어져 실제 데모와 제안 자료로 확장됩니다.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F6CB2-6CB2-4B37-A19E-F97530A6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CA1C5-6304-47B4-85E4-1AF51D42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UI/UX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C132F-4568-473A-9085-C5A9C8E2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선택 AI별 이미지 생성과 화면 구성안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1B34F-A780-476B-821E-1C5C6255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1465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FA351-7EEA-4624-969F-E7510F10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코드/배포 계획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A0A49-EBC7-4427-8D34-0AA30C0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index 페이지와 실행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7D1CC-E065-4DB5-A4DF-A9033990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AC7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7CA7D-2583-4654-848F-90478B5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영상 데모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53AFF-D8F0-4AED-B6FC-C12E802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909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Runway 기반 동영상 태스크와 fallback 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9E17D-8C58-4430-8350-6F87461F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ABD05-419D-4154-B277-51F3370F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사업 보고서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82CE4-6132-4603-A395-04DA0C09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BM, 시장, 기술, 수익성, 리스크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D32CF-490F-4A1E-929E-8611C883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76700"/>
            <a:ext cx="2876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B5CEF-62A9-4868-BF42-94B5815D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PPT 패키지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D96DE-1F3B-406C-AEA5-AD7DED5B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529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Copilot, Canva, Gamma형 발표자료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E35A7-1488-4DFA-B3F7-D9A623F1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76700"/>
            <a:ext cx="2876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DF7"/>
          </a:solidFill>
          <a:ln xmlns:a="http://schemas.openxmlformats.org/drawingml/2006/main" w="9525">
            <a:solidFill>
              <a:srgbClr val="BFEB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17215-C3CA-4754-9F0E-E61DECA2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48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A9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8A978"/>
                </a:solidFill>
                <a:latin typeface="Malgun Gothic"/>
                <a:ea typeface="Malgun Gothic"/>
                <a:cs typeface="Malgun Gothic"/>
              </a:rPr>
              <a:t>핵심 가치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D96C84-76D8-4D1E-8E42-28412817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기획 산출물이 실제 구현/발표 산출물로 이어지는 단일 흐름</a:t>
            </a:r>
          </a:p>
        </p:txBody>
      </p:sp>
    </p:spTree>
    <p:extLst>
      <p:ext uri="{BB962C8B-B14F-4D97-AF65-F5344CB8AC3E}">
        <p14:creationId xmlns:p14="http://schemas.microsoft.com/office/powerpoint/2010/main" val="5265411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E7133-DEF3-4B38-85B6-D7AAD73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AB29D-5FBC-409D-AD7F-0ACEB884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C5119-BD91-4637-A44B-EFE951E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901351-679C-4A18-BD75-992E2559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C2E9BA-4999-488B-8F9C-34EF7C3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LIVE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C437D-6B06-4AC5-B827-7ACFC578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라이브 AI 연결은 키, 쿼터, 크레딧 상태까지 보여줘야 믿고 쓸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E4B33-3B22-4A6B-91DF-E7B369CB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최근 개선 범위는 API Key 수동 입력, 잔여 크레딧 표시, provider fallback 표시, 상대 경로 지원입니다.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BD09F-E8EC-4F25-8A23-49453FA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06292-E012-4162-9BE6-88D04AA4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설정 아이콘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0C9FD-7F94-4D04-9A6E-69F289CD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432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오른쪽 상단에서 API Key를 직접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E81DA-F97E-4C68-9C2F-AF32C870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7F5F1-42AB-4C60-98FB-BDCCA28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키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7B39E-9B0C-47FB-8F76-05FC23EE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337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.env.ai에 저장하고 현재 서버 환경에도 즉시 반영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C3765-B877-4F18-9ED5-190D3A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244D8-899F-4098-9B08-4EF788F7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상태 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E26D3-B2E7-473A-90E5-738B570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243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OpenRouter/Runway 등 잔여 크레딧과 키 설정 여부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13D71-A667-45AD-BA8F-C9450B0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BB4B5-7E4C-4B6C-8886-7583A7C3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95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오류 구분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48328-713F-453A-89F4-9EE7D666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148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Codex 사용 한도와 OpenAI Platform API 쿼터를 분리해서 설명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45B0D-D727-447F-9BC9-6BD248BB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E1830-63E9-49B5-9BD9-7F971F2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AFBDF-7118-4C98-A433-9C5E4B7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054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크레딧 부족 또는 429 시 local fallback 결과와 사유 노출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0A81A-0379-4403-832B-087FF60B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1809750" cy="19240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4B22A5-A81A-4A16-8890-A8BC8AB2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0D2471-03EC-4F36-81F7-E2E7CE2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1257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rPr>
              <a:t>configured</a:t>
            </a:r>
          </a:p>
          <a:p xmlns:a="http://schemas.openxmlformats.org/drawingml/2006/main">
            <a:pPr algn="l">
              <a:def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rPr>
              <a:t>credits</a:t>
            </a:r>
          </a:p>
          <a:p xmlns:a="http://schemas.openxmlformats.org/drawingml/2006/main">
            <a:pPr algn="l">
              <a:def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rPr>
              <a:t>quota</a:t>
            </a:r>
          </a:p>
          <a:p xmlns:a="http://schemas.openxmlformats.org/drawingml/2006/main">
            <a:pPr algn="l">
              <a:def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rPr>
              <a:t>recent error</a:t>
            </a:r>
          </a:p>
          <a:p xmlns:a="http://schemas.openxmlformats.org/drawingml/2006/main">
            <a:pPr algn="l">
              <a:def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2FF"/>
                </a:solidFill>
                <a:latin typeface="Aptos Mono"/>
                <a:ea typeface="Aptos Mono"/>
                <a:cs typeface="Aptos Mono"/>
              </a:rPr>
              <a:t>fallback</a:t>
            </a:r>
          </a:p>
        </p:txBody>
      </p:sp>
    </p:spTree>
    <p:extLst>
      <p:ext uri="{BB962C8B-B14F-4D97-AF65-F5344CB8AC3E}">
        <p14:creationId xmlns:p14="http://schemas.microsoft.com/office/powerpoint/2010/main" val="15965304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7FA47C-D876-42A5-A931-3A61112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4637E-5A7A-4089-810C-61FE768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44422-F553-4930-971A-78977A50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73AE3AF-12D4-4C8C-A599-2E578451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AF46396-F6AD-452B-A281-E2C29DA6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3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63F6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AA784-6F8D-4AD9-8BB4-911D67C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발표 데모는 한 줄 아이디어가 산출물로 커지는 장면을 보여주면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E00F3-46C0-445C-B2B6-1942144F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가장 설득력 있는 흐름은 입력, 세 AI 선택, 결과 비교, 병합, UI/UX/영상 생성 확인입니다.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38c933bfd4dd5"/>
          <a:stretch xmlns:a="http://schemas.openxmlformats.org/drawingml/2006/main"/>
        </p:blipFill>
        <p:spPr>
          <a:xfrm xmlns:a="http://schemas.openxmlformats.org/drawingml/2006/main">
            <a:off x="1326573" y="2743200"/>
            <a:ext cx="3366655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2AC15-023F-458C-A2EF-F41A59FB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4F63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5A444-B3EF-45F9-8E03-75D238A6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9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F7207-F464-48CD-AF8C-CF4F8872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아이디어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1B404-69FF-4791-9550-68169277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예: 지역 소상공인 고객관리 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B9F5D-DFDC-40A1-BB08-518BF444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4F63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215DC-D18A-4D63-95FB-E099A2CF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38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43ABA-39E8-4599-9252-D2B540A9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AI 3개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9F7A2-A982-4D24-BFD4-D73773B8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OpenAI, Gemini, Groq 또는 OpenRouter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8BB37-9C4B-4186-B913-29B0E88F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4F63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EA3D3-7586-43B7-833B-0515F19C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67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DDCE5-CDE7-46C1-ACAD-E435A267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응답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C9BE5-D7C9-4857-9CD3-E1FAE940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source, actual model, fallback reason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EDF7F-514B-4609-A7C5-A4B82390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4F63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47D1D-4BD3-4108-B018-D90F0E0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95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010F9-6F48-4413-B95F-1034EE7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7"/>
                </a:solidFill>
                <a:latin typeface="Malgun Gothic"/>
                <a:ea typeface="Malgun Gothic"/>
                <a:cs typeface="Malgun Gothic"/>
              </a:rPr>
              <a:t>산출물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672CC-30B5-4E7F-9346-52AF1484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084"/>
                </a:solidFill>
                <a:latin typeface="Malgun Gothic"/>
                <a:ea typeface="Malgun Gothic"/>
                <a:cs typeface="Malgun Gothic"/>
              </a:rPr>
              <a:t>UI 이미지, 영상, 보고서, PPT까지 진행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E6E44-D380-4DF1-B7F2-85E9B38E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8896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C6D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73DDD-A828-4120-BD88-6D12919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0225"/>
            <a:ext cx="845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63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63F6"/>
                </a:solidFill>
                <a:latin typeface="Malgun Gothic"/>
                <a:ea typeface="Malgun Gothic"/>
                <a:cs typeface="Malgun Gothic"/>
              </a:rPr>
              <a:t>데모 중 실패가 나와도 발표 포인트가 됩니다. 크레딧 부족, API 쿼터 초과, fallback 전환이 투명하게 보여야 운영 제품으로 신뢰를 얻습니다.</a:t>
            </a:r>
          </a:p>
        </p:txBody>
      </p:sp>
    </p:spTree>
    <p:extLst>
      <p:ext uri="{BB962C8B-B14F-4D97-AF65-F5344CB8AC3E}">
        <p14:creationId xmlns:p14="http://schemas.microsoft.com/office/powerpoint/2010/main" val="365474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E0572-FE2C-46A9-A665-55FEE5EE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EF5DC-56AF-4F42-9E5D-3CB16FDC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8CA"/>
                </a:solidFill>
                <a:latin typeface="Aptos"/>
                <a:ea typeface="Aptos"/>
                <a:cs typeface="Aptos"/>
              </a:rPr>
              <a:t>MAG AI MVP Builder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4B476-888B-4054-80F8-ED391472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8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8C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7BD987-C5FF-44D2-AEF5-AF0672A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54998D2-CB9E-4EB0-8D86-83DF75E3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AD5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AD5E8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71D51-564F-4113-AB91-DF646DC9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단계는 데모 완성도가 아니라, 반복 사용 가능한 운영 안정성입니다.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42494-B9A9-4252-8804-3E82F7C7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3E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9D3E5"/>
                </a:solidFill>
                <a:latin typeface="Malgun Gothic"/>
                <a:ea typeface="Malgun Gothic"/>
                <a:cs typeface="Malgun Gothic"/>
              </a:rPr>
              <a:t>발표 후 개발 우선순위는 provider 비용 관리, media task 안정화, 배포 패키지 자동화입니다.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30B0F-9008-4F4F-B606-DBFD75E2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286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D2638"/>
          </a:solidFill>
          <a:ln xmlns:a="http://schemas.openxmlformats.org/drawingml/2006/main" w="9525">
            <a:solidFill>
              <a:srgbClr val="2F3C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855AA-928B-4FDC-BDD3-75BA54FE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49E84-69A7-4995-8364-948E133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14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C6A7B-5615-4199-9691-641E6F7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 billing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08866-AFF8-45D0-8A41-FB582DE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337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rPr>
              <a:t>OpenAI/Gemini/OpenRouter/Runway 잔여량과 오류 원인을 한 화면에서 관리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4C368-CB99-4CFF-8D44-02D74E08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4286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D2638"/>
          </a:solidFill>
          <a:ln xmlns:a="http://schemas.openxmlformats.org/drawingml/2006/main" w="9525">
            <a:solidFill>
              <a:srgbClr val="2F3C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74E0B-C046-4A09-810B-97DC703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63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294EA-15EF-4AC7-8C90-D69828CE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1E1E1-AD02-4EF5-A65E-F7A3CB84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generation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6C243-9495-47C4-81E9-D345B357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rPr>
              <a:t>선택된 세 서버가 각각 이미지와 영상을 만들고 결과를 개별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ABAFE-668A-4B33-B27A-5E5AAB8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286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D2638"/>
          </a:solidFill>
          <a:ln xmlns:a="http://schemas.openxmlformats.org/drawingml/2006/main" w="9525">
            <a:solidFill>
              <a:srgbClr val="2F3C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3DA0A-7C7F-495C-A6D9-45F36C08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09849-50F2-4A12-936D-F42583FD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719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54EC6-DE6B-45F1-B171-206699DE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 reliability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1D3B0-A5B1-4C1C-A92A-6ED4D9E7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rPr>
              <a:t>상대 경로, task refresh, fallback, 다운로드 경로를 배포 환경에서도 보장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84FB8-3E40-4FD2-A852-C034112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4286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D2638"/>
          </a:solidFill>
          <a:ln xmlns:a="http://schemas.openxmlformats.org/drawingml/2006/main" w="9525">
            <a:solidFill>
              <a:srgbClr val="2F3C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68184-D681-4379-9F4E-B0D5148A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A9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30EFF-BA5F-46CB-8813-789D47D6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719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C27A1-8AF8-4EEB-B1D3-49E44270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Presentation mode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0ADD28-B389-40CF-9F8D-BBD0039B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AC6DA"/>
                </a:solidFill>
                <a:latin typeface="Malgun Gothic"/>
                <a:ea typeface="Malgun Gothic"/>
                <a:cs typeface="Malgun Gothic"/>
              </a:rPr>
              <a:t>한 번의 실행 결과를 데모용 스토리와 PPT로 자동 정리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50CEE-495C-4F76-8EC5-8F5962D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E6F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DE6F7"/>
                </a:solidFill>
                <a:latin typeface="Malgun Gothic"/>
                <a:ea typeface="Malgun Gothic"/>
                <a:cs typeface="Malgun Gothic"/>
              </a:rPr>
              <a:t>Ask: 발표에서는 “AI가 만든 결과”보다 “AI 결과를 검증하고 운영할 수 있는 시스템”이라는 메시지를 전면에 둡니다.</a:t>
            </a:r>
          </a:p>
        </p:txBody>
      </p:sp>
    </p:spTree>
    <p:extLst>
      <p:ext uri="{BB962C8B-B14F-4D97-AF65-F5344CB8AC3E}">
        <p14:creationId xmlns:p14="http://schemas.microsoft.com/office/powerpoint/2010/main" val="162745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2026-06-04T00:56:22.0830000Z</dcterms:created>
  <dcterms:modified xsi:type="dcterms:W3CDTF">2026-06-04T00:56:22.0830000Z</dcterms:modified>
</coreProperties>
</file>