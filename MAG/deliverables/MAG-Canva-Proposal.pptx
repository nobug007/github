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2517586b854325" /><Relationship Type="http://schemas.openxmlformats.org/officeDocument/2006/relationships/extended-properties" Target="/docProps/app.xml" Id="Rc869a135de824ea1" /><Relationship Type="http://schemas.openxmlformats.org/officeDocument/2006/relationships/officeDocument" Target="/ppt/presentation.xml" Id="R41f2c60faf824b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81311223d044d5"/>
  </p:sldMasterIdLst>
  <p:notesMasterIdLst>
    <p:notesMasterId xmlns:r="http://schemas.openxmlformats.org/officeDocument/2006/relationships" r:id="R3234903013bd483a"/>
  </p:notesMasterIdLst>
  <p:sldIdLst>
    <p:sldId xmlns:r="http://schemas.openxmlformats.org/officeDocument/2006/relationships" id="256" r:id="Ra2ec67ec8d284d91"/>
    <p:sldId xmlns:r="http://schemas.openxmlformats.org/officeDocument/2006/relationships" id="257" r:id="R4889822077f44f2d"/>
    <p:sldId xmlns:r="http://schemas.openxmlformats.org/officeDocument/2006/relationships" id="258" r:id="Rd25568a87c90415f"/>
    <p:sldId xmlns:r="http://schemas.openxmlformats.org/officeDocument/2006/relationships" id="259" r:id="R878d6b8fc0e14b10"/>
    <p:sldId xmlns:r="http://schemas.openxmlformats.org/officeDocument/2006/relationships" id="260" r:id="R1d667d50d007458a"/>
    <p:sldId xmlns:r="http://schemas.openxmlformats.org/officeDocument/2006/relationships" id="261" r:id="R38c3f9a38c7a4277"/>
    <p:sldId xmlns:r="http://schemas.openxmlformats.org/officeDocument/2006/relationships" id="262" r:id="R0360a15fb42f46b1"/>
    <p:sldId xmlns:r="http://schemas.openxmlformats.org/officeDocument/2006/relationships" id="263" r:id="R56160adcf87b4cf3"/>
    <p:sldId xmlns:r="http://schemas.openxmlformats.org/officeDocument/2006/relationships" id="264" r:id="Rad76f1301b51425b"/>
    <p:sldId xmlns:r="http://schemas.openxmlformats.org/officeDocument/2006/relationships" id="265" r:id="R3cb5a23766ff4b1e"/>
    <p:sldId xmlns:r="http://schemas.openxmlformats.org/officeDocument/2006/relationships" id="266" r:id="R1999774eb4774321"/>
    <p:sldId xmlns:r="http://schemas.openxmlformats.org/officeDocument/2006/relationships" id="267" r:id="Refb69bcd154c4c27"/>
    <p:sldId xmlns:r="http://schemas.openxmlformats.org/officeDocument/2006/relationships" id="268" r:id="Rd582b678dfb048fc"/>
    <p:sldId xmlns:r="http://schemas.openxmlformats.org/officeDocument/2006/relationships" id="269" r:id="Rd2e1641393f3468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1311223d044d5" /><Relationship Type="http://schemas.openxmlformats.org/officeDocument/2006/relationships/theme" Target="/ppt/theme/theme1.xml" Id="Rc5cbfb5c554a4032" /><Relationship Type="http://schemas.openxmlformats.org/officeDocument/2006/relationships/notesMaster" Target="/ppt/notesMasters/notesMaster1.xml" Id="R3234903013bd483a" /><Relationship Type="http://schemas.openxmlformats.org/officeDocument/2006/relationships/presProps" Target="/ppt/presProps.xml" Id="Rdfdf26fb9eff452c" /><Relationship Type="http://schemas.openxmlformats.org/officeDocument/2006/relationships/viewProps" Target="/ppt/viewProps.xml" Id="R9d016ea83f804db0" /><Relationship Type="http://schemas.openxmlformats.org/officeDocument/2006/relationships/tableStyles" Target="/ppt/tableStyles.xml" Id="R3e3515f368b8425d" /><Relationship Type="http://schemas.openxmlformats.org/officeDocument/2006/relationships/slide" Target="/ppt/slides/slide1.xml" Id="Ra2ec67ec8d284d91" /><Relationship Type="http://schemas.openxmlformats.org/officeDocument/2006/relationships/slide" Target="/ppt/slides/slide2.xml" Id="R4889822077f44f2d" /><Relationship Type="http://schemas.openxmlformats.org/officeDocument/2006/relationships/slide" Target="/ppt/slides/slide3.xml" Id="Rd25568a87c90415f" /><Relationship Type="http://schemas.openxmlformats.org/officeDocument/2006/relationships/slide" Target="/ppt/slides/slide4.xml" Id="R878d6b8fc0e14b10" /><Relationship Type="http://schemas.openxmlformats.org/officeDocument/2006/relationships/slide" Target="/ppt/slides/slide5.xml" Id="R1d667d50d007458a" /><Relationship Type="http://schemas.openxmlformats.org/officeDocument/2006/relationships/slide" Target="/ppt/slides/slide6.xml" Id="R38c3f9a38c7a4277" /><Relationship Type="http://schemas.openxmlformats.org/officeDocument/2006/relationships/slide" Target="/ppt/slides/slide7.xml" Id="R0360a15fb42f46b1" /><Relationship Type="http://schemas.openxmlformats.org/officeDocument/2006/relationships/slide" Target="/ppt/slides/slide8.xml" Id="R56160adcf87b4cf3" /><Relationship Type="http://schemas.openxmlformats.org/officeDocument/2006/relationships/slide" Target="/ppt/slides/slide9.xml" Id="Rad76f1301b51425b" /><Relationship Type="http://schemas.openxmlformats.org/officeDocument/2006/relationships/slide" Target="/ppt/slides/slide10.xml" Id="R3cb5a23766ff4b1e" /><Relationship Type="http://schemas.openxmlformats.org/officeDocument/2006/relationships/slide" Target="/ppt/slides/slide11.xml" Id="R1999774eb4774321" /><Relationship Type="http://schemas.openxmlformats.org/officeDocument/2006/relationships/slide" Target="/ppt/slides/slide12.xml" Id="Refb69bcd154c4c27" /><Relationship Type="http://schemas.openxmlformats.org/officeDocument/2006/relationships/slide" Target="/ppt/slides/slide13.xml" Id="Rd582b678dfb048fc" /><Relationship Type="http://schemas.openxmlformats.org/officeDocument/2006/relationships/slide" Target="/ppt/slides/slide14.xml" Id="Rd2e1641393f346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29ff042aed34c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e3f165ac8a4a9e" /><Relationship Type="http://schemas.openxmlformats.org/officeDocument/2006/relationships/notesMaster" Target="/ppt/notesMasters/notesMaster1.xml" Id="Rf8055499e02646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053b6c82f14952" /><Relationship Type="http://schemas.openxmlformats.org/officeDocument/2006/relationships/notesMaster" Target="/ppt/notesMasters/notesMaster1.xml" Id="R40cf429635e847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773413974747fc" /><Relationship Type="http://schemas.openxmlformats.org/officeDocument/2006/relationships/notesMaster" Target="/ppt/notesMasters/notesMaster1.xml" Id="Ra25fe36e519f4b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859875b3a04e29" /><Relationship Type="http://schemas.openxmlformats.org/officeDocument/2006/relationships/notesMaster" Target="/ppt/notesMasters/notesMaster1.xml" Id="Ra4492b09de444f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2e549a817747b0" /><Relationship Type="http://schemas.openxmlformats.org/officeDocument/2006/relationships/notesMaster" Target="/ppt/notesMasters/notesMaster1.xml" Id="R5dc54ec0995e4d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10fca34f374ac6" /><Relationship Type="http://schemas.openxmlformats.org/officeDocument/2006/relationships/notesMaster" Target="/ppt/notesMasters/notesMaster1.xml" Id="R03438d9416da46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f0a8601a304afc" /><Relationship Type="http://schemas.openxmlformats.org/officeDocument/2006/relationships/notesMaster" Target="/ppt/notesMasters/notesMaster1.xml" Id="R7088e622b6c840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45f1a4a9ba463c" /><Relationship Type="http://schemas.openxmlformats.org/officeDocument/2006/relationships/notesMaster" Target="/ppt/notesMasters/notesMaster1.xml" Id="R89c08b7789c248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540e64224846b5" /><Relationship Type="http://schemas.openxmlformats.org/officeDocument/2006/relationships/notesMaster" Target="/ppt/notesMasters/notesMaster1.xml" Id="R20a30a0fb27e4b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124ce855d54299" /><Relationship Type="http://schemas.openxmlformats.org/officeDocument/2006/relationships/notesMaster" Target="/ppt/notesMasters/notesMaster1.xml" Id="R9036af5224954b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6b4d25ee084dff" /><Relationship Type="http://schemas.openxmlformats.org/officeDocument/2006/relationships/notesMaster" Target="/ppt/notesMasters/notesMaster1.xml" Id="R803c1e17513143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cd0abb146b413c" /><Relationship Type="http://schemas.openxmlformats.org/officeDocument/2006/relationships/notesMaster" Target="/ppt/notesMasters/notesMaster1.xml" Id="Rd7b01b98d5654d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7a8714cc524d37" /><Relationship Type="http://schemas.openxmlformats.org/officeDocument/2006/relationships/notesMaster" Target="/ppt/notesMasters/notesMaster1.xml" Id="R411f3fb0a2ad4c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49696159f349e5" /><Relationship Type="http://schemas.openxmlformats.org/officeDocument/2006/relationships/notesMaster" Target="/ppt/notesMasters/notesMaster1.xml" Id="Rb0a707af68474a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940953bdf442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9536b10a1de4aaa" /><Relationship Type="http://schemas.openxmlformats.org/officeDocument/2006/relationships/slideLayout" Target="/ppt/slideLayouts/slideLayout2.xml" Id="Re940b0d9573b4d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40b0d9573b4d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517137cc3142c3" /><Relationship Type="http://schemas.openxmlformats.org/officeDocument/2006/relationships/notesSlide" Target="/ppt/notesSlides/notesSlide1.xml" Id="R65ed75fde9264e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fad184d2a74337" /><Relationship Type="http://schemas.openxmlformats.org/officeDocument/2006/relationships/notesSlide" Target="/ppt/notesSlides/notesSlide2.xml" Id="R91033c51c3b54d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08f1800e464f8f" /><Relationship Type="http://schemas.openxmlformats.org/officeDocument/2006/relationships/notesSlide" Target="/ppt/notesSlides/notesSlide3.xml" Id="Re392a67225924d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bc0cf6c6a14d0a" /><Relationship Type="http://schemas.openxmlformats.org/officeDocument/2006/relationships/notesSlide" Target="/ppt/notesSlides/notesSlide4.xml" Id="R204e66b629ce41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e74a485da24a74" /><Relationship Type="http://schemas.openxmlformats.org/officeDocument/2006/relationships/notesSlide" Target="/ppt/notesSlides/notesSlide5.xml" Id="R669060fee15e48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862c3331cb40d6" /><Relationship Type="http://schemas.openxmlformats.org/officeDocument/2006/relationships/notesSlide" Target="/ppt/notesSlides/notesSlide6.xml" Id="R72df80c752da43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dc16822e2c4c78" /><Relationship Type="http://schemas.openxmlformats.org/officeDocument/2006/relationships/notesSlide" Target="/ppt/notesSlides/notesSlide7.xml" Id="R8f71274d5c044f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281653113a46e0" /><Relationship Type="http://schemas.openxmlformats.org/officeDocument/2006/relationships/image" Target="/ppt/media/image.png" Id="R3cf26cd8c4a8470a" /><Relationship Type="http://schemas.openxmlformats.org/officeDocument/2006/relationships/notesSlide" Target="/ppt/notesSlides/notesSlide8.xml" Id="Rf31eb30618e344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671c876ad747fb" /><Relationship Type="http://schemas.openxmlformats.org/officeDocument/2006/relationships/notesSlide" Target="/ppt/notesSlides/notesSlide9.xml" Id="R36ee8db10fb547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862f493171472f" /><Relationship Type="http://schemas.openxmlformats.org/officeDocument/2006/relationships/notesSlide" Target="/ppt/notesSlides/notesSlide10.xml" Id="R8ba5bab2533e41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cc00b33f274889" /><Relationship Type="http://schemas.openxmlformats.org/officeDocument/2006/relationships/notesSlide" Target="/ppt/notesSlides/notesSlide11.xml" Id="R6121c4974b4744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442245fdcf4992" /><Relationship Type="http://schemas.openxmlformats.org/officeDocument/2006/relationships/notesSlide" Target="/ppt/notesSlides/notesSlide12.xml" Id="R425c4beb511d41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84bd9f8b7a4141" /><Relationship Type="http://schemas.openxmlformats.org/officeDocument/2006/relationships/notesSlide" Target="/ppt/notesSlides/notesSlide13.xml" Id="Rbd35772a0f574b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91181374ef4281" /><Relationship Type="http://schemas.openxmlformats.org/officeDocument/2006/relationships/notesSlide" Target="/ppt/notesSlides/notesSlide14.xml" Id="R00415ed5324344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F0581F-666D-4C1D-A783-8E4D82CF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5"/>
          </a:solidFill>
          <a:ln xmlns:a="http://schemas.openxmlformats.org/drawingml/2006/main" w="9525">
            <a:solidFill>
              <a:srgbClr val="102C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4BA34-2740-489A-9924-6B6ADE1B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9AEA2-51C2-4FF9-9511-603E9339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MAG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8EBF1-8B35-494A-A621-080EADBC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MVP Auto Generator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F6FA8-4675-4D1A-ABA1-381CD2AB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781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아이디어를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 가능한 MVP로.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59DEE-2743-4D92-9FC5-D076E4F3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rPr>
              <a:t>멀티 AI 분석 · 편집 가능한 Merge · 화면과 코드 · 미래 영상 · 사업성 제안서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688C7-13BC-4D19-98AD-1E5E3FD8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638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DB4C5-ECBC-43CB-81B2-E681D8CA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FINAL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D8522-0BE8-4F08-BB79-2D346858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91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2026.06</a:t>
            </a:r>
          </a:p>
        </p:txBody>
      </p:sp>
    </p:spTree>
    <p:extLst>
      <p:ext uri="{BB962C8B-B14F-4D97-AF65-F5344CB8AC3E}">
        <p14:creationId xmlns:p14="http://schemas.microsoft.com/office/powerpoint/2010/main" val="1759466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BBE7F-4291-4300-8C96-9D286D6C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01  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F1E34-68DD-4B18-9949-3E21EB46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생각과 증거 사이의 거리를 줄입니다.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C52B0-D5A1-4673-B6DC-43377542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F78A5-A0E8-43C5-8083-FEA64A78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0C83E-281F-4E4F-AA12-F4350571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비개발자의 아이디어가 제출 가능한 MVP 패키지가 되기까지 필요한 과정을 하나의 흐름으로 연결합니다.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60B04-72D8-42B9-812E-1127DEE5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384E0-C033-48A2-AB83-E2F6339A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571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D9A03-0F03-478A-9A6F-20E7B303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BA651-344A-44F4-A243-2C73EA8C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819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타겟 설정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화면 기획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코드 제작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사업성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각각 따로 진행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85AFA-F1FE-4C9A-9DBB-258CAB16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15F40-2B29-4AEA-9F41-E681559D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628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08F6D-28D7-4C26-8CCE-19ECDE4A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571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EF0BC-FF24-4A54-BE22-8EF95865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95550"/>
            <a:ext cx="596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WITH MAG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9CD9E-28A9-4DA8-AB35-C7599357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38450"/>
            <a:ext cx="59626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한 줄 아이디어 입력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→ AI 서버 3곳 병렬 분석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→ 편집 가능한 Merge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→ 다음 단계 자동 연결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→ MVP 패키지 생성</a:t>
            </a:r>
          </a:p>
        </p:txBody>
      </p:sp>
    </p:spTree>
    <p:extLst>
      <p:ext uri="{BB962C8B-B14F-4D97-AF65-F5344CB8AC3E}">
        <p14:creationId xmlns:p14="http://schemas.microsoft.com/office/powerpoint/2010/main" val="11121020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BDD4C-7648-4F0B-9939-429A18D3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02 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6CFDC-DEAA-4E84-8D50-3108D04D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좋은 아이디어도 분절된 제작 과정에서 힘을 잃습니다.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681DC-BE10-4C3F-9A0D-B8895F6F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F5699-4FF0-4C30-AF07-67D24249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9FC29-447E-4F21-9398-E3582E6A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3238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C314C-B0D0-4132-93B5-FAFF6E4F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7150" cy="2324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D3E16-7805-42D7-B4CC-BF3A0C36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FRICTION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02260-07CD-40B1-A738-9C2DE4F3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914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무엇부터 정의해야 하는지 알기 어렵습니다.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문제, 목표, 타겟이 섞인 채로 시작합니다.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212B6-8089-418F-A6F2-36776B83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3238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C58C2-73BC-48B3-BA04-4FAAB5E0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57150" cy="2324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088B9-87E9-4CEE-8023-0D15067C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FRICTION 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EEBE6-E45D-485B-9C8A-F65761DD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2914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도구를 오갈 때마다 맥락이 사라집니다.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AI 답변과 기획 결과가 이어지지 않습니다.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F4099-C16E-4530-898A-1EBA47D1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238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4FCBA-2C94-445F-87A6-B2C192AB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57150" cy="2324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C80E1-5B95-4C0D-A579-C9FC1FEF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FRICTION 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1A0B3-7760-4709-8115-93CE30E1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914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보여줄 결과물이 늦게 나옵니다.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검증과 설득의 타이밍을 놓칩니다.</a:t>
            </a:r>
          </a:p>
        </p:txBody>
      </p:sp>
    </p:spTree>
    <p:extLst>
      <p:ext uri="{BB962C8B-B14F-4D97-AF65-F5344CB8AC3E}">
        <p14:creationId xmlns:p14="http://schemas.microsoft.com/office/powerpoint/2010/main" val="1416914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A1682-DBD3-4EC1-92BC-F8A95A57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03 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AA486-F374-416E-A848-215C3BD1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첫 고객은 마감이 있고, 검토 가능한 초안이 필요한 사람입니다.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077F0-B656-43F9-905A-3CBFBF71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52116-6859-4A2B-B8B2-E722B098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8C308-0111-4174-857E-F9649D61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876550" cy="37528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790DC-624A-4772-B31F-BFA106BA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PERSONA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EF357-1FB6-4544-B525-5FB3DDE3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1인 예비 창업자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6E9D2-B759-486C-9DBE-E7981190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지원사업 마감 전</a:t>
            </a:r>
          </a:p>
          <a:p xmlns:a="http://schemas.openxmlformats.org/drawingml/2006/main">
            <a:pPr algn="l">
              <a:defRPr sz="142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아이디어를 제출 가능한</a:t>
            </a:r>
          </a:p>
          <a:p xmlns:a="http://schemas.openxmlformats.org/drawingml/2006/main">
            <a:pPr algn="l">
              <a:defRPr sz="142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기획과 화면으로 바꿔야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3A66F-0DAC-4ECB-BB46-016317C1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96F6D-A09B-45A6-ADF3-B2E47735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TIME PRESSURE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1E7ED-CFD6-4BD4-A23D-157E6125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683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6E93D-0B88-4BCB-BE7C-9EA5BF03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7CF8C-F80D-4F9B-B512-D1729F7C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62150"/>
            <a:ext cx="651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CORE NEED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87E19-2599-42EE-B234-D2E63D96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05050"/>
            <a:ext cx="651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짧은 시간 안에 검토 가능한 기획서와 MVP 초안을 얻고 싶습니다.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C33D8-3D4F-489A-8DA9-1A4DAFC7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683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01B04-84D8-46EE-B7EC-F6670C6A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699F1-0A8C-49C9-8DBC-E844DE76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95650"/>
            <a:ext cx="651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PAIN 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7E8E6-FC5E-4964-82A5-763DB146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651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여러 템플릿, 검색 결과, 생성형 AI를 오가며 직접 정리해야 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CE8AF-1B20-46D4-8DBC-0C7896C0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683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631325-E317-4A54-A077-251A6214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F6B2B-044C-4936-9855-6A944180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29150"/>
            <a:ext cx="651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SUCCESS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4981D-BA8D-44B0-96FF-B94E2C30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72050"/>
            <a:ext cx="651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다운로드 가능한 결과에 도달하고, 다시 사용할 의향을 보입니다.</a:t>
            </a:r>
          </a:p>
        </p:txBody>
      </p:sp>
    </p:spTree>
    <p:extLst>
      <p:ext uri="{BB962C8B-B14F-4D97-AF65-F5344CB8AC3E}">
        <p14:creationId xmlns:p14="http://schemas.microsoft.com/office/powerpoint/2010/main" val="1094686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E4C994-C7AC-41A1-9596-94644282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04 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32E6C-8E6D-4B29-B238-A0835009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MAG는 모호한 생각을 연속된 결정으로 바꿉니다.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0F2AD-1054-471B-92CA-9C4D3CC8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4FD65-FC3D-463E-B790-39302FAB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9CD18-FD50-46EB-898C-ED697481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465A3-8EF2-47D6-9A99-853D70E5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C191F-7116-4B93-9A75-BC765093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FB66F-A9A9-4D58-AD32-84888E4A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0ED2B-075F-4011-A02A-DCC6948A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한두 줄 아이디어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E2433-8964-45EC-A439-59A68A7A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38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8AB81-D777-487F-BF11-7967AD3B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9C716-1E28-44FB-9B76-4A7A28A7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BC4E5-414F-4C50-A177-D678F2E4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38D58-ED5A-4082-BADB-0A23F18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3BCE9-E04C-4B89-8821-58B672B3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3개 AI 서버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ED88B-529C-443E-8C92-AFD0F6CC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38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95BF8-02FE-452D-BBAB-0C727FF2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8BAE2-8C7F-4B12-8304-27EFFECB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21A73-AB64-484A-A9BD-F5E3073F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E41F7-BD94-4A37-A388-D7C2DB3E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편집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CD49D-C32C-4E51-9BB3-E46C713D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답변과 Merge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1FDF1-4E34-44D1-8AE5-CA3046AF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38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8D3A2-0972-482D-8CC7-C1801B16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A73A9D-3D59-4260-85D7-873A8F96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FCD99-A4A9-42FF-BD5B-0D185F9E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BB3FE-2A5F-4156-9401-5E5E9525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시각화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B5DACE-E1FC-41F6-8FB9-2F8BA113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화면과 영상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09D5B-D34B-47C3-A9F9-BF042F54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38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BE74F-4504-44FA-8B04-3BDFB57B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C3221F-6415-4F40-A0FD-A8090BD9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44CAC0-21A7-4881-909C-64057B57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AA9FD8-66D3-42D9-84CA-91011D15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69BA8E-755B-49E7-8C8E-065A9772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사업성 PPT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133728-9132-46D0-9112-B681DBB6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사용자는 모든 단계에서 내용을 확인하고 수정할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7901189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ADB008-E2B9-4AC2-B7B7-65C411AC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05 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D35CA-E991-46B3-B086-36F1DC5C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세 AI의 시각과 하나의 Merge가 단계마다 반복됩니다.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DCCFA-8654-4DE7-869C-4B697ABE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DB86C-0685-4A98-81F6-CADE6867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B3F58-A69B-46B3-8D8B-19FE076E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9E891-CE46-49EE-9B93-A65790E4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E3BEF-13D2-472A-80E8-52192464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10A3C-9B8D-40ED-954A-ED8A0DF0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사용자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431CB-1775-433A-A657-BB90F2D2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아이디어·편집본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946EA-698F-4C2B-8EAE-D976E60A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86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02ED4-EC34-4597-892E-5BC68045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00511-0234-4EA8-9422-C6D88347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2CF78-7C06-4835-90B5-A70F4F71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1186E-8B90-4C19-91FD-646B8D6B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AI SERVER ×3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CB8EC-9D50-4460-B7A3-82EC3BA1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병렬 요청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D07E2-0165-4AA8-A3EC-81B33862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9DCA0-0EDD-4EC1-922A-9BE530A2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D8A41-0528-41BD-9EB2-8346CB9E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7A32A-2440-4C97-9E71-9D3659A4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28391-FA67-42C3-AAE0-310899A8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사용자 검토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EBCAC-6065-4B99-B4DB-293DD7D8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직접 편집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4FE2C-07AB-4819-9995-A80B7DA3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86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1D102-D018-4947-8AAF-97E49AA1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3DBB9E-78E6-4BB6-8413-1C34D3EC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AEF81-601B-4F98-A655-F52FE3EA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74B93F-FEF1-4E04-8235-E79B2C80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MERGE SERVER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1F662E-F4CE-4B69-BB7B-4BA1390F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최적안 취합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7EE756-DBF1-4620-940B-7B4D73B0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86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6D3030-3387-4776-9F72-0028986F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C7B373-3A1C-4C91-8B60-7005690F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5DA921-CDF1-44CC-90DC-5F8CEDD8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112621-FFEB-4A39-AAE9-3C7754A5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NEXT STAGE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F61568-F7E5-4520-AF68-922C018B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다음 프롬프트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35D50B-F14B-47CF-8991-A37CD3C2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11125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3C6929-9F69-401B-B2FA-E80636DA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반복 단계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6AB6A8-E48B-472D-BA55-6FCB9C50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문제 정의 → 타겟/페르소나 → 시나리오 → 핵심 기능 → WorkFlow → UI/UX → 코드 → 영상 → 사업성 → 제안서</a:t>
            </a:r>
          </a:p>
        </p:txBody>
      </p:sp>
    </p:spTree>
    <p:extLst>
      <p:ext uri="{BB962C8B-B14F-4D97-AF65-F5344CB8AC3E}">
        <p14:creationId xmlns:p14="http://schemas.microsoft.com/office/powerpoint/2010/main" val="4402604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9BBCA7-9A57-499E-8D32-BEDEDEB0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06 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7D551-942D-4F5F-BA35-7CE6E18D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MAG는 텍스트 생성기가 아니라 MVP 제작 운영체계입니다.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9C656-AEA0-419E-9024-EBC5D23B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44B3B-F915-48F8-B6F7-E20FBD94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91F43-298D-4BED-B2CA-DDE1A1A0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AD070-A1E8-4780-92D9-DED6AD9F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A1F64-A59C-4156-A828-0A9DB32B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ANALYZE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A0795-561C-47DC-B8EF-097DFD0E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3028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목표 · 타겟 · 시나리오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AI 서버별 관점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5FDD9-E60D-4D93-8771-7D0203F2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DCA43-C3A6-40AD-BB6D-B9C3D4D8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D49B9-8613-4527-8C40-E59EA243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669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22559-BCB1-4276-94ED-740A49F1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3028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핵심 기능 · WorkFlow · UI/UX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편집 가능한 취합본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E3AA2-5182-40C5-8686-ED1F3AEE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5A3D6-44B9-4119-A41B-F6A71D6A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2DFA1-53D9-452B-B6C9-E3B139E8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DELIVER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6747F-6B29-4711-B75C-68A213B5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3028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Index Page · 영상 · 사업성 · PPT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검토 가능한 산출물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D435D-EC8D-42E0-97A1-2816C7BA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운영 효과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6471F-1758-4097-BA92-BAC5A370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맥락 유지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65A01-7360-4F2D-A5F5-9258FDDF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005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사용자 통제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C4006-3863-4E14-8213-F467017C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005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단계별 교체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DBB53-CB93-4B1E-B04C-E5CF8C00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005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납품 가능성</a:t>
            </a:r>
          </a:p>
        </p:txBody>
      </p:sp>
    </p:spTree>
    <p:extLst>
      <p:ext uri="{BB962C8B-B14F-4D97-AF65-F5344CB8AC3E}">
        <p14:creationId xmlns:p14="http://schemas.microsoft.com/office/powerpoint/2010/main" val="1043924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E4277F-121B-4E4E-815C-7E9CC3AC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07  UI / 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5313D-C3C9-4BE0-8364-68C96D2F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현재 하네스는 운영 모델을 실제 화면으로 보여줍니다.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5373F-9704-4D57-9BC3-2D2F0AAD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879AE-39C6-4407-8BFD-7900A02B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26cd8c4a8470a"/>
          <a:stretch xmlns:a="http://schemas.openxmlformats.org/drawingml/2006/main"/>
        </p:blipFill>
        <p:spPr>
          <a:xfrm xmlns:a="http://schemas.openxmlformats.org/drawingml/2006/main">
            <a:off x="1528849" y="1524000"/>
            <a:ext cx="6010102" cy="4591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D0490-90C2-4F11-A887-5315084D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2781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BA2DC-BA13-420E-92BC-56EB3A06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9E0D2-B155-4129-866D-8622DE44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4310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LEFT NAV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DE7F5-7EC6-42BE-A6D9-D37E4A75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8600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10단계 현재 위치를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붉은 배경으로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16186-8E99-4201-B257-00C24982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2781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0B8AC-454E-49B6-9D41-87E74976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2957B-783F-46E4-A1BB-0D058852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EDITABLE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850DD-77A3-4353-9D1A-B6128705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모든 결과와 Merge를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직접 수정 가능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3CC36-F8E2-46EE-834B-A03FFBCC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19600"/>
            <a:ext cx="2781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ECB9F-70CA-4656-8123-E8A9F27D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196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8A8FF-91CF-4D95-BDCB-15736685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7200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82A85-3693-4DC6-8BE6-0656486E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1490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AI 선택과 Submit을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반복하는 익숙한 흐름</a:t>
            </a:r>
          </a:p>
        </p:txBody>
      </p:sp>
    </p:spTree>
    <p:extLst>
      <p:ext uri="{BB962C8B-B14F-4D97-AF65-F5344CB8AC3E}">
        <p14:creationId xmlns:p14="http://schemas.microsoft.com/office/powerpoint/2010/main" val="5245914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DF7197-38D6-492B-9451-36863EF3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08 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7BED4-CE1F-4DEB-8049-59DF3B38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교체 가능한 모듈 구조가 실제 연결을 준비합니다.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6A9A1-B3CC-4921-933B-5D96372C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33BD9-5CE3-452F-B65F-AF2753A9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BCC55-081D-47A8-93A9-AC00E48C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70675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0C1A30"/>
          </a:solidFill>
          <a:ln xmlns:a="http://schemas.openxmlformats.org/drawingml/2006/main" w="9525">
            <a:solidFill>
              <a:srgbClr val="2136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F3B97-EBED-40E8-81B1-CAFD23F0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6477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server/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app.js                    API 라우팅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problem-definition.js      문제 정의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persona-analysis.js        타겟 / 페르소나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scenario-analysis.js       사용자 시나리오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feature-definition.js      핵심 기능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workflow-design.js         WorkFlow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uiux-design.js             UI / UX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code-generation.js         Index Page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media-generation.js        이미지 / 영상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business-analysis.js       사업성 분석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presentation-generation.js 제안서 초안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client/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app.js · styles.css        화면과 상태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2C032-A6CF-489C-BA57-49D0293F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857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F28F6-6208-4C61-ABFB-353847A0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571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A0CED-D3EB-4864-8D4B-B4718581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145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STANDARD LIBRARY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014EF-55D3-4B8C-BAFA-0D04F0C9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2533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외부 패키지 없이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즉시 검증 가능한 하네스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47C9F-7BF4-4B5B-B499-AB5C2DE0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857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43151-BD4F-47A1-8026-BE4A2E4F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571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0CE1D-2DEA-4B53-A0A2-DF2D42B4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REPLACEABLE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5DBC6-491F-4804-A8AB-F67F085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24300"/>
            <a:ext cx="2533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시뮬레이션 모듈을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실제 API 어댑터로 교체</a:t>
            </a:r>
          </a:p>
        </p:txBody>
      </p:sp>
    </p:spTree>
    <p:extLst>
      <p:ext uri="{BB962C8B-B14F-4D97-AF65-F5344CB8AC3E}">
        <p14:creationId xmlns:p14="http://schemas.microsoft.com/office/powerpoint/2010/main" val="560379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391207-B234-4540-8564-AB856C96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09  FUTURE FILM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17A23-FB37-48AD-9423-6051890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완성형 경험은 10초 안에 가치가 보여야 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CD907-4CC1-4555-95C4-B6204506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09F98-BFF5-4551-BA0F-AB74FBFC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EB18E-2AA3-45AF-9212-1CB2F2B1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1818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07162F"/>
          </a:solidFill>
          <a:ln xmlns:a="http://schemas.openxmlformats.org/drawingml/2006/main" w="9525">
            <a:solidFill>
              <a:srgbClr val="2444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A9547-43DD-490C-A22E-FD34AAC2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MAG FUTURE PRODUCT FILM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5B0ED-5F81-4470-AFAE-CAB00DBB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561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아이디어가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제품이 되는 순간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363F0-3EB2-4484-8999-6D4E743F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8E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9D8EC"/>
                </a:solidFill>
                <a:latin typeface="Malgun Gothic"/>
                <a:ea typeface="Malgun Gothic"/>
                <a:cs typeface="Malgun Gothic"/>
              </a:rPr>
              <a:t>Multi-AI orchestration · live MVP generation · ready to launch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9EA02-AA77-4DE0-8D8B-EE905E60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FEDB9-638C-42B9-8B8A-35BF60AB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▶  10 SEC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16DB0-6ABF-4FD0-BC47-F8BEF0FA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41791-E7A7-42D1-8D73-72ABAA60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571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36DC8-A1D8-4CC0-A411-296F6B73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VIDEO 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E8B37-5B2E-443A-BDE5-48A0C448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38400"/>
            <a:ext cx="2628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http://127.0.0.1:8787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웹 앱에서 미래 완성형</a:t>
            </a:r>
          </a:p>
          <a:p xmlns:a="http://schemas.openxmlformats.org/drawingml/2006/main">
            <a:pPr algn="l">
              <a:def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모션 프리뷰 재생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832A0-B892-406B-A803-58382FCB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6240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PPT에는 링크를 넣는 방식이 재생 호환성과 파일 용량 관리에 가장 안정적입니다.</a:t>
            </a:r>
          </a:p>
        </p:txBody>
      </p:sp>
    </p:spTree>
    <p:extLst>
      <p:ext uri="{BB962C8B-B14F-4D97-AF65-F5344CB8AC3E}">
        <p14:creationId xmlns:p14="http://schemas.microsoft.com/office/powerpoint/2010/main" val="18701124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328F2F-E744-49A6-9AEC-2C75970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10 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A261E-C9A8-4637-A580-630625AB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프로젝트 매출이 구독과 기관 라이선스로 확장됩니다.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56ED0-9A49-4BD1-B35E-45E60C3B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F3342-FF31-4FBB-AA03-D1D8B024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229DD-867C-40E2-87DD-7309DEE8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0DBEB-2F86-455C-A85D-8012CC73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74B46-CF78-4D6F-B3A7-03D9DF71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제작 패키지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FAA85-4D73-43B1-B949-A1EEA5CA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제출용 MVP 결과물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AA91C-A294-4173-B11A-27CE471F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98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45E8B-0CF6-42DB-8CDD-C972DD7D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193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B5C25-4B7D-4E9A-AA47-D9DC8FB4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90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월 구독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85E9E-455D-42AD-BC7C-AFDD32EC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반복 제작과 이력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7F3CF-EA1F-4726-97F5-49DC8DEE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AFC4D-185C-490E-BC31-4D38A5E5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E346E-5C13-4BC4-914D-EB93A36C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90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프리미엄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92289-660E-4C85-9CB8-13C8C091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관리자 검수와 보완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AA221-4915-495D-BE45-31CD58D1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20BDB-D629-4864-91DF-371EAE10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193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89BF6-EB9B-476E-8471-E233733B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90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B2B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3D155-88DD-4C07-88F9-3041AB29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기관 프로그램 라이선스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21AAC-64DC-426D-82B7-504237FD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09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초기 품질은 템플릿과 관리자 검수로 관리하고, 반복 사용을 구독으로 전환합니다.</a:t>
            </a:r>
          </a:p>
        </p:txBody>
      </p:sp>
    </p:spTree>
    <p:extLst>
      <p:ext uri="{BB962C8B-B14F-4D97-AF65-F5344CB8AC3E}">
        <p14:creationId xmlns:p14="http://schemas.microsoft.com/office/powerpoint/2010/main" val="140648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E8E4E9-46F6-4615-9DEE-969429A8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11  VIABILITY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914AD-F220-43A8-912C-2F34A96D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모듈형 운영은 품질, 비용, 신뢰 리스크를 통제합니다.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78505-2CE4-44B2-84EE-F5E57C4C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CEA78-83C4-4E35-92C8-CA9D22AB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37E3F-11A0-4481-AA23-455EE170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0744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1AEE2-B2C6-4431-BA66-97A2494E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시장성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C185B-30E5-43BF-A871-2E9D8105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288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마감이 있는 초기 창업자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57A03-CA7F-47E6-A374-3C6075FB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프로젝트 완료율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AE6BF-2601-499A-812A-0AA2F0B5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744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676A8-A9CE-459A-9293-E36EFFEB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기술성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7FDBF-22A1-4B92-91A6-066EAE79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단계별 모듈 교체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229F5-5E15-48D7-AB31-8B5C16FA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API 연결 성공률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A75EC-BD56-4896-9D72-F6A196A5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0744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C0FDC-85D7-461E-AE6D-185F6A16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수익성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BD9C2-BF56-4DFF-808D-FBAF75DE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패키지 → 구독 → B2B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078F0-A329-49AB-9198-2A1AB4CB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유료 전환 의향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BDB13-FA1A-4EA5-BEE9-50BDCFB7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744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0EF15-D6DF-4F1B-8B1A-93BBDCE7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리스크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CFC19-FBED-477C-A374-B7777BA1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품질 편차 · 호출 비용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BDC7E-631F-40E8-90EC-23100E3F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검수 시간 · 캐시율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A3F743-80C2-482C-AB11-1BA8E533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144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검증 기준</a:t>
            </a:r>
          </a:p>
        </p:txBody>
      </p:sp>
    </p:spTree>
    <p:extLst>
      <p:ext uri="{BB962C8B-B14F-4D97-AF65-F5344CB8AC3E}">
        <p14:creationId xmlns:p14="http://schemas.microsoft.com/office/powerpoint/2010/main" val="896455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F1A871-EC24-41BF-ADA6-CBAA52D7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12 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E4206-438E-4C8C-B7E2-A69EE0BE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하네스에서 연결형 제작 플랫폼으로 단계적으로 전환합니다.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38A8C-A87F-42A6-B527-AC19888A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2C6BC-0C0B-41A3-9A08-06D78D90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F05C9-8572-4417-8838-8723F9C7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1145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62AAC-81BF-4D1E-9152-76982519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785A8-5289-431F-9FC3-74C6E60E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화면 흐름과 시뮬레이션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FEB11-EB18-4A40-8A8C-A250A11A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검증 가능한 하네스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210CC-DEEC-4E6F-8D61-B58C4297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9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F58CD-F157-477D-BE1A-51CB00F3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21145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67ADB-57A8-41D9-88B0-0AD81584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A44BB-95A2-45E0-BB38-BDC99D9C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289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실제 AI 제공사 어댑터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0F0AA-76D4-4E7E-A90B-98647D92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814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실제 결과 품질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02D4F-9AF5-453E-96A2-334B16D3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9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18487D-82BF-408B-97EE-6F69FB70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21145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81033-541B-488B-8BD8-42DA1C9C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THEN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7A64B1-321E-4228-A8F5-CEECC006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파일 생성과 관리자 검수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67E9B-12B0-45BC-9313-53AA54BB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814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납품 패키지 자동화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EB662-C3EB-4464-84F7-453A26A2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24717-852D-49C3-841E-AB817DBD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0300"/>
            <a:ext cx="21145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3A7959-B797-420D-829E-D6B0A421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44FFD-115D-4871-B694-410394E0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333"/>
                </a:solidFill>
                <a:latin typeface="Malgun Gothic"/>
                <a:ea typeface="Malgun Gothic"/>
                <a:cs typeface="Malgun Gothic"/>
              </a:rPr>
              <a:t>계정 · 이력 · B2B 운영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570FE2-16B9-42DE-9E59-C46C5346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47286"/>
                </a:solidFill>
                <a:latin typeface="Malgun Gothic"/>
                <a:ea typeface="Malgun Gothic"/>
                <a:cs typeface="Malgun Gothic"/>
              </a:rPr>
              <a:t>반복 매출 확대</a:t>
            </a:r>
          </a:p>
        </p:txBody>
      </p:sp>
    </p:spTree>
    <p:extLst>
      <p:ext uri="{BB962C8B-B14F-4D97-AF65-F5344CB8AC3E}">
        <p14:creationId xmlns:p14="http://schemas.microsoft.com/office/powerpoint/2010/main" val="7643003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1A269B-BB43-4C55-A9A1-8EFE5C50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5"/>
          </a:solidFill>
          <a:ln xmlns:a="http://schemas.openxmlformats.org/drawingml/2006/main" w="9525">
            <a:solidFill>
              <a:srgbClr val="102C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933D7-4732-405B-8A9D-CDEB3E5B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5D75A-B001-4FFF-93D2-BB6FAD38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8763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MAG는 아이디어를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설득 가능한 증거로 바꿉니다.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72C29-9146-4825-9A75-6F236F31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rPr>
              <a:t>기획 · 화면 · 코드 · 영상 · 사업성 · 제안서를</a:t>
            </a:r>
          </a:p>
          <a:p xmlns:a="http://schemas.openxmlformats.org/drawingml/2006/main">
            <a:pPr algn="l">
              <a:defRPr sz="1800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rPr>
              <a:t>하나의 통제 가능한 흐름에서 완성합니다.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455F7-DFE7-4F3C-8115-39A39138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390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1B076-F833-4B6A-AC7E-3C2DC79A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MVP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D68FB-8180-4D51-A229-1D21C55C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http://127.0.0.1:8787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8E1B6-1272-49EF-8804-7B0E05FD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</p:spTree>
    <p:extLst>
      <p:ext uri="{BB962C8B-B14F-4D97-AF65-F5344CB8AC3E}">
        <p14:creationId xmlns:p14="http://schemas.microsoft.com/office/powerpoint/2010/main" val="740759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2026-06-02T06:11:56.0630000Z</dcterms:created>
  <dcterms:modified xsi:type="dcterms:W3CDTF">2026-06-02T06:11:56.0630000Z</dcterms:modified>
</coreProperties>
</file>