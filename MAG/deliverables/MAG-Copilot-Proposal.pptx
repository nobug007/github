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542b297d61412c" /><Relationship Type="http://schemas.openxmlformats.org/officeDocument/2006/relationships/extended-properties" Target="/docProps/app.xml" Id="Ra56f7b39a0a346b1" /><Relationship Type="http://schemas.openxmlformats.org/officeDocument/2006/relationships/officeDocument" Target="/ppt/presentation.xml" Id="R37444314cfe0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8576dfcb44cca"/>
  </p:sldMasterIdLst>
  <p:notesMasterIdLst>
    <p:notesMasterId xmlns:r="http://schemas.openxmlformats.org/officeDocument/2006/relationships" r:id="R207b3b71488d4a6f"/>
  </p:notesMasterIdLst>
  <p:sldIdLst>
    <p:sldId xmlns:r="http://schemas.openxmlformats.org/officeDocument/2006/relationships" id="256" r:id="R4dff12b477f14684"/>
    <p:sldId xmlns:r="http://schemas.openxmlformats.org/officeDocument/2006/relationships" id="257" r:id="Rced5cc13eaf94477"/>
    <p:sldId xmlns:r="http://schemas.openxmlformats.org/officeDocument/2006/relationships" id="258" r:id="R8b81db2aa2d14b5c"/>
    <p:sldId xmlns:r="http://schemas.openxmlformats.org/officeDocument/2006/relationships" id="259" r:id="Rb07b3a931c5a4ad5"/>
    <p:sldId xmlns:r="http://schemas.openxmlformats.org/officeDocument/2006/relationships" id="260" r:id="Rdd538ed9ec104b2e"/>
    <p:sldId xmlns:r="http://schemas.openxmlformats.org/officeDocument/2006/relationships" id="261" r:id="R2beeebfe72f548f1"/>
    <p:sldId xmlns:r="http://schemas.openxmlformats.org/officeDocument/2006/relationships" id="262" r:id="R7a2fe2676f754316"/>
    <p:sldId xmlns:r="http://schemas.openxmlformats.org/officeDocument/2006/relationships" id="263" r:id="R9b66946386574040"/>
    <p:sldId xmlns:r="http://schemas.openxmlformats.org/officeDocument/2006/relationships" id="264" r:id="R4898382bd4d74704"/>
    <p:sldId xmlns:r="http://schemas.openxmlformats.org/officeDocument/2006/relationships" id="265" r:id="Rc016b183738145da"/>
    <p:sldId xmlns:r="http://schemas.openxmlformats.org/officeDocument/2006/relationships" id="266" r:id="Rabfd0cafb4f64842"/>
    <p:sldId xmlns:r="http://schemas.openxmlformats.org/officeDocument/2006/relationships" id="267" r:id="R88366e2dd45149d3"/>
    <p:sldId xmlns:r="http://schemas.openxmlformats.org/officeDocument/2006/relationships" id="268" r:id="Rad6f5f087977448e"/>
    <p:sldId xmlns:r="http://schemas.openxmlformats.org/officeDocument/2006/relationships" id="269" r:id="Ra5779b4082c745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8576dfcb44cca" /><Relationship Type="http://schemas.openxmlformats.org/officeDocument/2006/relationships/theme" Target="/ppt/theme/theme1.xml" Id="R1ee8ecd3c1f2466f" /><Relationship Type="http://schemas.openxmlformats.org/officeDocument/2006/relationships/notesMaster" Target="/ppt/notesMasters/notesMaster1.xml" Id="R207b3b71488d4a6f" /><Relationship Type="http://schemas.openxmlformats.org/officeDocument/2006/relationships/presProps" Target="/ppt/presProps.xml" Id="Rfc7645892df84cf4" /><Relationship Type="http://schemas.openxmlformats.org/officeDocument/2006/relationships/viewProps" Target="/ppt/viewProps.xml" Id="Ra006cc0e33ed4eb7" /><Relationship Type="http://schemas.openxmlformats.org/officeDocument/2006/relationships/tableStyles" Target="/ppt/tableStyles.xml" Id="R7a9bae583cf44cbd" /><Relationship Type="http://schemas.openxmlformats.org/officeDocument/2006/relationships/slide" Target="/ppt/slides/slide1.xml" Id="R4dff12b477f14684" /><Relationship Type="http://schemas.openxmlformats.org/officeDocument/2006/relationships/slide" Target="/ppt/slides/slide2.xml" Id="Rced5cc13eaf94477" /><Relationship Type="http://schemas.openxmlformats.org/officeDocument/2006/relationships/slide" Target="/ppt/slides/slide3.xml" Id="R8b81db2aa2d14b5c" /><Relationship Type="http://schemas.openxmlformats.org/officeDocument/2006/relationships/slide" Target="/ppt/slides/slide4.xml" Id="Rb07b3a931c5a4ad5" /><Relationship Type="http://schemas.openxmlformats.org/officeDocument/2006/relationships/slide" Target="/ppt/slides/slide5.xml" Id="Rdd538ed9ec104b2e" /><Relationship Type="http://schemas.openxmlformats.org/officeDocument/2006/relationships/slide" Target="/ppt/slides/slide6.xml" Id="R2beeebfe72f548f1" /><Relationship Type="http://schemas.openxmlformats.org/officeDocument/2006/relationships/slide" Target="/ppt/slides/slide7.xml" Id="R7a2fe2676f754316" /><Relationship Type="http://schemas.openxmlformats.org/officeDocument/2006/relationships/slide" Target="/ppt/slides/slide8.xml" Id="R9b66946386574040" /><Relationship Type="http://schemas.openxmlformats.org/officeDocument/2006/relationships/slide" Target="/ppt/slides/slide9.xml" Id="R4898382bd4d74704" /><Relationship Type="http://schemas.openxmlformats.org/officeDocument/2006/relationships/slide" Target="/ppt/slides/slide10.xml" Id="Rc016b183738145da" /><Relationship Type="http://schemas.openxmlformats.org/officeDocument/2006/relationships/slide" Target="/ppt/slides/slide11.xml" Id="Rabfd0cafb4f64842" /><Relationship Type="http://schemas.openxmlformats.org/officeDocument/2006/relationships/slide" Target="/ppt/slides/slide12.xml" Id="R88366e2dd45149d3" /><Relationship Type="http://schemas.openxmlformats.org/officeDocument/2006/relationships/slide" Target="/ppt/slides/slide13.xml" Id="Rad6f5f087977448e" /><Relationship Type="http://schemas.openxmlformats.org/officeDocument/2006/relationships/slide" Target="/ppt/slides/slide14.xml" Id="Ra5779b4082c7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76c5126e93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127333911f4d7a" /><Relationship Type="http://schemas.openxmlformats.org/officeDocument/2006/relationships/notesMaster" Target="/ppt/notesMasters/notesMaster1.xml" Id="R3e0dd62f50fe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f3bcbae934229" /><Relationship Type="http://schemas.openxmlformats.org/officeDocument/2006/relationships/notesMaster" Target="/ppt/notesMasters/notesMaster1.xml" Id="R7842c4ecc179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e4c75d8edc40e9" /><Relationship Type="http://schemas.openxmlformats.org/officeDocument/2006/relationships/notesMaster" Target="/ppt/notesMasters/notesMaster1.xml" Id="R4001b5596f9d4a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cf140b17a4617" /><Relationship Type="http://schemas.openxmlformats.org/officeDocument/2006/relationships/notesMaster" Target="/ppt/notesMasters/notesMaster1.xml" Id="Rc629fe7966ee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cb1b4a46a540f9" /><Relationship Type="http://schemas.openxmlformats.org/officeDocument/2006/relationships/notesMaster" Target="/ppt/notesMasters/notesMaster1.xml" Id="Rec810d34b7364b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d6e39a8864a30" /><Relationship Type="http://schemas.openxmlformats.org/officeDocument/2006/relationships/notesMaster" Target="/ppt/notesMasters/notesMaster1.xml" Id="R9069e7a484ab4c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479e068b44349" /><Relationship Type="http://schemas.openxmlformats.org/officeDocument/2006/relationships/notesMaster" Target="/ppt/notesMasters/notesMaster1.xml" Id="R76934811d5984b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6b81bb2a234333" /><Relationship Type="http://schemas.openxmlformats.org/officeDocument/2006/relationships/notesMaster" Target="/ppt/notesMasters/notesMaster1.xml" Id="R17128221c1aa41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7f833979844d25" /><Relationship Type="http://schemas.openxmlformats.org/officeDocument/2006/relationships/notesMaster" Target="/ppt/notesMasters/notesMaster1.xml" Id="Rbf6b0003500448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a5be7c91544839" /><Relationship Type="http://schemas.openxmlformats.org/officeDocument/2006/relationships/notesMaster" Target="/ppt/notesMasters/notesMaster1.xml" Id="Rd63cd9a2d3bd43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92608cb4f0447f" /><Relationship Type="http://schemas.openxmlformats.org/officeDocument/2006/relationships/notesMaster" Target="/ppt/notesMasters/notesMaster1.xml" Id="Re42b32ea476d49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7f071cba7476e" /><Relationship Type="http://schemas.openxmlformats.org/officeDocument/2006/relationships/notesMaster" Target="/ppt/notesMasters/notesMaster1.xml" Id="Rca1d201d8cdd4e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22c0989ac14e9c" /><Relationship Type="http://schemas.openxmlformats.org/officeDocument/2006/relationships/notesMaster" Target="/ppt/notesMasters/notesMaster1.xml" Id="Rf3523f9ff8c74d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814a41c01344d0" /><Relationship Type="http://schemas.openxmlformats.org/officeDocument/2006/relationships/notesMaster" Target="/ppt/notesMasters/notesMaster1.xml" Id="R8e6c3af58a9647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c5a1a5b154d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7728fbcfdc41ca" /><Relationship Type="http://schemas.openxmlformats.org/officeDocument/2006/relationships/slideLayout" Target="/ppt/slideLayouts/slideLayout2.xml" Id="R94547e8646a34f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547e8646a34f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b1a3f51294dae" /><Relationship Type="http://schemas.openxmlformats.org/officeDocument/2006/relationships/notesSlide" Target="/ppt/notesSlides/notesSlide1.xml" Id="Rce0df84d36fe47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2f267ed4514e04" /><Relationship Type="http://schemas.openxmlformats.org/officeDocument/2006/relationships/notesSlide" Target="/ppt/notesSlides/notesSlide2.xml" Id="R306da81f6b7a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9244013e004a63" /><Relationship Type="http://schemas.openxmlformats.org/officeDocument/2006/relationships/notesSlide" Target="/ppt/notesSlides/notesSlide3.xml" Id="R6efca7a20722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e784e045445af" /><Relationship Type="http://schemas.openxmlformats.org/officeDocument/2006/relationships/notesSlide" Target="/ppt/notesSlides/notesSlide4.xml" Id="Rc72fb4d4a4934d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84ce623bc4fbe" /><Relationship Type="http://schemas.openxmlformats.org/officeDocument/2006/relationships/notesSlide" Target="/ppt/notesSlides/notesSlide5.xml" Id="Rfae9eb625d4646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71d2b55985435f" /><Relationship Type="http://schemas.openxmlformats.org/officeDocument/2006/relationships/notesSlide" Target="/ppt/notesSlides/notesSlide6.xml" Id="R50dae7f1007c4a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4c24dd5d74aa9" /><Relationship Type="http://schemas.openxmlformats.org/officeDocument/2006/relationships/notesSlide" Target="/ppt/notesSlides/notesSlide7.xml" Id="R54474a9b407448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5c85873fb04fe1" /><Relationship Type="http://schemas.openxmlformats.org/officeDocument/2006/relationships/image" Target="/ppt/media/image.png" Id="R8c30ae57c9af4f4c" /><Relationship Type="http://schemas.openxmlformats.org/officeDocument/2006/relationships/notesSlide" Target="/ppt/notesSlides/notesSlide8.xml" Id="Rb522e283e1d8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1c1f9e0cc64174" /><Relationship Type="http://schemas.openxmlformats.org/officeDocument/2006/relationships/notesSlide" Target="/ppt/notesSlides/notesSlide9.xml" Id="Rc1dbf59f641c47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96594a89546a6" /><Relationship Type="http://schemas.openxmlformats.org/officeDocument/2006/relationships/notesSlide" Target="/ppt/notesSlides/notesSlide10.xml" Id="Rd0a0f231b1b94a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5d92a9ea2b4c55" /><Relationship Type="http://schemas.openxmlformats.org/officeDocument/2006/relationships/notesSlide" Target="/ppt/notesSlides/notesSlide11.xml" Id="Rff1a40ef19324e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acbd2f5f5f4182" /><Relationship Type="http://schemas.openxmlformats.org/officeDocument/2006/relationships/notesSlide" Target="/ppt/notesSlides/notesSlide12.xml" Id="R36b0ebb6955342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0b837bc154e81" /><Relationship Type="http://schemas.openxmlformats.org/officeDocument/2006/relationships/notesSlide" Target="/ppt/notesSlides/notesSlide13.xml" Id="R98942977bc5b45f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a417af6d6042bb" /><Relationship Type="http://schemas.openxmlformats.org/officeDocument/2006/relationships/notesSlide" Target="/ppt/notesSlides/notesSlide14.xml" Id="Rfc1dfcb8febb4b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461B4-E312-44B1-A629-772E934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9525">
            <a:solidFill>
              <a:srgbClr val="0B18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3163B-B260-4248-8952-3F70EB71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1DA8C-0784-4B50-BD53-AA6A1745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MAG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77272-B036-4ED2-8233-4CA5B405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MVP Auto Generator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8D18F-B150-4CC9-A808-8E7913CA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781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아이디어를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가능한 MVP로.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0CFCB-A096-4D2E-B5E8-9038A948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멀티 AI 분석 · 편집 가능한 Merge · 화면과 코드 · 미래 영상 · 사업성 제안서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48DD9-1CF0-461E-9AA0-F77D135E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8873C-C4CE-4F2F-8817-6716929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FINAL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0F923-9964-41BC-BBE4-E5A4907E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19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783985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A43C3-199A-4A8B-88B6-BBAA3C93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01  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68F3B-2543-44C0-8373-CFC24079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생각과 증거 사이의 거리를 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E59F6-1312-43AF-B20B-B758CCE3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7DE0-9877-452B-B2A7-E3ADCE0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376A5-434E-4F27-B305-B4DCF573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비개발자의 아이디어가 제출 가능한 MVP 패키지가 되기까지 필요한 과정을 하나의 흐름으로 연결합니다.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58BBF-555C-438D-917A-2AC710A9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9812C-16C9-4EC7-9065-9AEE1508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0F078-D022-4370-8D2B-9772A8D2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EC2FD-AC59-4EFB-9E20-CF04858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819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타겟 설정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화면 기획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코드 제작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사업성 문서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각각 따로 진행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B1BEF-1C34-4E6D-A9E0-99327CD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822EE-1D2D-4A37-89B7-A9C56B4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628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3087D-EE13-4938-9C24-99442D2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571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3F83D-5C60-4841-95A7-AD3121D5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95550"/>
            <a:ext cx="596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WITH MAG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E68B2-7D2C-4346-8474-75C35B0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59626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한 줄 아이디어 입력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→ AI 서버 3곳 병렬 분석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→ 편집 가능한 Merge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→ 다음 단계 자동 연결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→ MVP 패키지 생성</a:t>
            </a:r>
          </a:p>
        </p:txBody>
      </p:sp>
    </p:spTree>
    <p:extLst>
      <p:ext uri="{BB962C8B-B14F-4D97-AF65-F5344CB8AC3E}">
        <p14:creationId xmlns:p14="http://schemas.microsoft.com/office/powerpoint/2010/main" val="862585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13484-EBEC-44A4-B2CD-13944861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02 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68A02-199C-4D08-8C6B-4E7A03CA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좋은 아이디어도 분절된 제작 과정에서 힘을 잃습니다.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27249-93E5-4F38-B273-A1A20E9B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07E6B-8D40-41B4-B470-60DF73D8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AB4CA-4970-4F61-8BB3-A4EC2D80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E3082-1D16-4475-AD22-8A1052FF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85673-8AF3-427A-9765-4D2F1F7A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FRICTION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472D7-1A0E-4AAC-9B19-63AEAF1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무엇부터 정의해야 하는지 알기 어렵습니다.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문제, 목표, 타겟이 섞인 채로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687FB-0216-4FA3-858D-4D0178E2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FC815-9357-495D-ACC3-814CB2C7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81212-405D-4C71-8BB1-C6D68B9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FRICTION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D7317-8B68-4B89-BA75-D85AC9E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도구를 오갈 때마다 맥락이 사라집니다.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AI 답변과 기획 결과가 이어지지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17A69-0D83-490D-B5DB-855B2F71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3238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5266-818E-4B90-BE8F-86BF2BF3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57150" cy="2324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26FA2-6325-46E9-A045-4FBD7E83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FRICTION 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2C4A4-EC2F-4599-B3B0-9D740F3C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914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보여줄 결과물이 늦게 나옵니다.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검증과 설득의 타이밍을 놓칩니다.</a:t>
            </a:r>
          </a:p>
        </p:txBody>
      </p:sp>
    </p:spTree>
    <p:extLst>
      <p:ext uri="{BB962C8B-B14F-4D97-AF65-F5344CB8AC3E}">
        <p14:creationId xmlns:p14="http://schemas.microsoft.com/office/powerpoint/2010/main" val="1600567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32628-116A-4669-A280-8017D4E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03 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B1F0E-0825-4491-835C-DCF8A980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첫 고객은 마감이 있고, 검토 가능한 초안이 필요한 사람입니다.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73D5D-BF9B-4A5F-AB2B-2DC4184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1C542-2AC4-4501-AE5C-B472B56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65510-D647-4B8E-A684-8953A4FB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876550" cy="37528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F3F75-A77C-4B6F-A90F-E12DFCA6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PERSONA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B5426-CC09-444E-A4A6-E5940CC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1인 예비 창업자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3C583-BD3D-40CE-965B-9980A052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지원사업 마감 전</a:t>
            </a:r>
          </a:p>
          <a:p xmlns:a="http://schemas.openxmlformats.org/drawingml/2006/main">
            <a:pPr algn="l">
              <a:defRPr sz="14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아이디어를 제출 가능한</a:t>
            </a:r>
          </a:p>
          <a:p xmlns:a="http://schemas.openxmlformats.org/drawingml/2006/main">
            <a:pPr algn="l">
              <a:defRPr sz="14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기획과 화면으로 바꿔야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815AE-A4C8-497F-8EB9-679DB0DB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15BF8-1C30-4D33-B0B9-0EDCBE2C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 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71561-EC4B-465B-AAE4-1EF0E2C1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7A3F9-0A52-4A43-BD0C-0AC95BAF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0C39E-6F5C-4BD3-9704-8105FC3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CORE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092AE-1F34-4BC0-8D49-6D35F31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050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짧은 시간 안에 검토 가능한 기획서와 MVP 초안을 얻고 싶습니다.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B5D02-7568-4403-90DC-B6BCF999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D17A3-EE17-45E4-AB1F-55A6921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432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CD300-6BB7-41BD-BAA8-AB701BDD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956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PAIN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538D2-90F3-4524-B56E-A3787A1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여러 템플릿, 검색 결과, 생성형 AI를 오가며 직접 정리해야 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9A4F9-CC21-4F8B-84BD-31B1D1A8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683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F2199-67E3-4F63-8787-358217A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ADDBB-82A1-41E6-8600-7567780F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SUCCESS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E1552-BD65-46FA-B0F5-7B1C1873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651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다운로드 가능한 결과에 도달하고, 다시 사용할 의향을 보입니다.</a:t>
            </a:r>
          </a:p>
        </p:txBody>
      </p:sp>
    </p:spTree>
    <p:extLst>
      <p:ext uri="{BB962C8B-B14F-4D97-AF65-F5344CB8AC3E}">
        <p14:creationId xmlns:p14="http://schemas.microsoft.com/office/powerpoint/2010/main" val="1112281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5C239-14F8-4A4B-8033-CA28DA4A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04 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0C821-606C-4D96-9BE5-947684E3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MAG는 모호한 생각을 연속된 결정으로 바꿉니다.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8CAF9-E3D4-44AA-BA08-C427C7CB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B83F0-24FF-4522-8FBF-03409A52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2FCCB-3C6C-4B41-B401-6803D23D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C4213-EF6A-40C8-BC18-27E93DFF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08F3B-74FB-48DE-9F1A-45F4BBA8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127FC-6C0B-4D5B-863B-A234DE73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33147-C026-4BFC-85C1-179770B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한두 줄 아이디어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5273E-C7E6-4730-B5A2-A625E347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DAFBD-DC48-46E3-808F-73997C4C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6D2A1-FD5E-4FFA-9358-F7D50CB8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B15E8-B2CE-463E-A382-233FCA10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0118F-87B9-4198-B14C-801F14A4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5DAE3-23F9-469B-B2B6-0F27784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3개 AI 서버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441815-A852-4014-89F0-3A81E2CB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116E6-10AA-402A-B0E7-2B20B44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9975F-D86B-47DF-ACF0-4F2504E8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F550A-275E-43DD-A9B2-A43F2A55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24492-A513-4462-92B3-4315D276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편집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3CE1F-529F-47FB-90C8-B8FF2AF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답변과 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A2738-0EE8-4873-B4C0-0AD4A14C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D7E03-8E80-4B13-8A6D-E0B68C6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4106B-5003-4288-BDDA-F0169272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B6987-BE96-4D8D-99B0-9CC47E8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AF26D-321A-4F71-AC72-FB5E218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시각화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DFE26-5DC4-4940-84BF-B73C65B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화면과 영상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38609-86B3-4CD2-8707-1C86815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6A1E1-B890-4C75-972A-79545FA7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3F2D2-3AC1-449B-B9CC-599119FB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908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8510D-3E61-4034-91B1-C872A979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1937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93A0FB-3EBE-49F8-8993-682DEF83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032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0EC53A-ADD6-443E-BF12-0E27102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908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사업성 PPT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2E41A6-EDC7-47F8-82E5-6FA17153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사용자는 모든 단계에서 내용을 확인하고 수정할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51406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FF2C4D-87BE-44A5-B7E1-26DEE34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05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4B1F-FEA8-4EE1-BF02-02EDF011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세 AI의 시각과 하나의 Merge가 단계마다 반복됩니다.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B9E50-2312-417F-8A54-B8C7BCB9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1B510-0852-4C3E-97D5-77E6AAF9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F1DC9-7CD3-4BE2-BA8E-F61BD68D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BF94B-88AF-4370-B129-979BCD9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1539D-0DF7-4378-ADAD-EF1148F7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8EB01-3340-40B6-B9EA-E89D09FC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사용자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10114-E03A-4911-9AEB-5667BA26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아이디어·편집본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AD1DE-3C0C-4DDF-A2B2-75F76E32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DC4B9-18C8-4AE0-B586-D22FEDDD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B081F-3B62-49EF-8358-54C8D9C3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7D2F9-79B6-4B63-9E73-D5C5A96E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D17D5-7021-479E-84D4-349D13E1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AI SERVER ×3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B2155-B5B2-496A-82F0-A33A18C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병렬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D05FB-4BFA-4B62-A40E-51621352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ED929-FDB3-4A0B-8481-A98B401D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A0EFE-5D11-487B-A30C-7939EC62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F7CAA-6344-4D3C-A9A2-3980163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0BE17-C04E-4A9C-837F-73648B75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사용자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79CF9-8D40-4B72-B7DE-D35C8885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직접 편집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02D84-BDF9-4BFA-AA39-15697DF9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2CDA1-88BA-4918-A061-9F55C59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FA3D5-1A81-4E6A-B75E-4AC61CE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6CC34A-E51A-496E-B3EE-785A570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7F369-66C8-4805-A2C7-A3A2C86D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MERGE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356523-F531-486D-935C-81CE2A4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최적안 취합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4ADCA-E42A-466E-A940-608B38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86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6759C7-5589-44AA-9357-963492C2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05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20234-FC86-48F4-A815-5F0DEED5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383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7682D-1EA0-4584-B2C8-25E6FBA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66925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B59FD4-BDD6-4123-A3C2-CA9D983F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47875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NEXT STAGE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1A8C5B-8E44-45FE-B62B-35D5A94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3840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다음 프롬프트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489675-977F-40AB-88A0-63984BD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11125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256060-7896-404C-B737-9D4627D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반복 단계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06856-58D2-4542-8DED-225EA7E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문제 정의 → 타겟/페르소나 → 시나리오 → 핵심 기능 → WorkFlow → UI/UX → 코드 → 영상 → 사업성 → 제안서</a:t>
            </a:r>
          </a:p>
        </p:txBody>
      </p:sp>
    </p:spTree>
    <p:extLst>
      <p:ext uri="{BB962C8B-B14F-4D97-AF65-F5344CB8AC3E}">
        <p14:creationId xmlns:p14="http://schemas.microsoft.com/office/powerpoint/2010/main" val="1019942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B82DC-335C-429C-810F-940BE349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06 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1B377-BB0E-4F1E-AA00-5926CB62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MAG는 텍스트 생성기가 아니라 MVP 제작 운영체계입니다.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85C34-BA0A-4751-AFDF-F50BDA4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BC125-A12D-4BEE-BF39-5046B67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55A79-246B-4719-97B6-E569D54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54396-0327-497C-9E6F-ACA2BD4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04C9A-34D8-43F7-A6D4-CBD0D786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ANALYZE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03597-24FD-4358-9FA8-03AAE314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목표 · 타겟 · 시나리오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AI 서버별 관점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8CD61-EAE8-4AA6-96BC-209DA2E3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57DBD-0333-43C0-97FC-AD271C5D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CD48E-39EE-4F1B-AA99-C45F3DE8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4CCA5-B508-4F1E-84D1-FA3DCD2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핵심 기능 · WorkFlow · UI/UX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편집 가능한 취합본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179EB-A76A-4D33-888D-D25FF0E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35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51A49-6717-407C-9440-16AB8EA3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571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E6B13-0FB9-43BF-8600-EF31A00C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669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BD2E1-2948-4317-BA2F-69FAC01F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Index Page · 영상 · 사업성 · PPT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검토 가능한 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7D2E0-04FA-43F3-AE31-C02171C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운영 효과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BBDE2-9A0F-471A-8BF0-8ADB466A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맥락 유지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77B18-9574-477E-8726-6177ACD3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사용자 통제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8BCDF-0472-46AB-B196-C9B811BA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단계별 교체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FD14F-CED6-41FF-A8D8-D447051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납품 가능성</a:t>
            </a:r>
          </a:p>
        </p:txBody>
      </p:sp>
    </p:spTree>
    <p:extLst>
      <p:ext uri="{BB962C8B-B14F-4D97-AF65-F5344CB8AC3E}">
        <p14:creationId xmlns:p14="http://schemas.microsoft.com/office/powerpoint/2010/main" val="447739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BF2DD-E91F-4149-AAC5-98CD5EB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07  UI /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10842-0D34-46C8-B5E3-C595B96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현재 하네스는 운영 모델을 실제 화면으로 보여줍니다.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C88C7-2F51-4612-8B34-2781CC5B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C519A-A172-4B1B-8A5C-B3019947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0ae57c9af4f4c"/>
          <a:stretch xmlns:a="http://schemas.openxmlformats.org/drawingml/2006/main"/>
        </p:blipFill>
        <p:spPr>
          <a:xfrm xmlns:a="http://schemas.openxmlformats.org/drawingml/2006/main">
            <a:off x="1528849" y="1524000"/>
            <a:ext cx="6010102" cy="4591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F50AF-5D12-406C-84FB-C9B599F7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7FDB-6EB0-4E58-95E2-7B0692C4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AE53D-C1F0-4B0C-A374-678CB88E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LEFT NAV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AE628-4A90-4268-BFA9-D1B255E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10단계 현재 위치를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붉은 배경으로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B2E02-2E4A-4274-B24A-C102402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6606E-4F11-455B-8245-8D54E98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0B826-0EB1-4606-800D-E52B02EF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EDITABLE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B4B7B-39B7-43FF-89A7-BB7C4E7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모든 결과와 Merge를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직접 수정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C92F3-1EDE-45BE-AC4E-24F73B3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2781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9A025-E633-47C4-B87A-A4617AB1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196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72208-37E6-4E19-92BE-EA49AB0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72000"/>
            <a:ext cx="2457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4747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51DD3-D58F-4873-802C-ECE31B2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149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AI 선택과 Submit을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반복하는 익숙한 흐름</a:t>
            </a:r>
          </a:p>
        </p:txBody>
      </p:sp>
    </p:spTree>
    <p:extLst>
      <p:ext uri="{BB962C8B-B14F-4D97-AF65-F5344CB8AC3E}">
        <p14:creationId xmlns:p14="http://schemas.microsoft.com/office/powerpoint/2010/main" val="974378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41F7D-A1AA-43E6-A81B-C9E1E3F7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08 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1CAC0-58EF-4A81-9E80-B9DD4F4A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교체 가능한 모듈 구조가 실제 연결을 준비합니다.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5CCC7-829A-4063-96A3-12D843FD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C1E14-9747-4439-A4F0-89015E9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F9969-E615-4B88-A653-6C858FA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0675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C1A30"/>
          </a:solidFill>
          <a:ln xmlns:a="http://schemas.openxmlformats.org/drawingml/2006/main" w="9525">
            <a:solidFill>
              <a:srgbClr val="2136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8A8CF-D408-4A9E-A7E8-9D8206A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647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server/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app.js                    API 라우팅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problem-definition.js      문제 정의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persona-analysis.js        타겟 / 페르소나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scenario-analysis.js       사용자 시나리오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feature-definition.js      핵심 기능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workflow-design.js         WorkFlow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uiux-design.js             UI / UX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code-generation.js         Index Page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media-generation.js        이미지 / 영상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business-analysis.js       사업성 분석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presentation-generation.js 제안서 초안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client/</a:t>
            </a:r>
          </a:p>
          <a:p xmlns:a="http://schemas.openxmlformats.org/drawingml/2006/main">
            <a:pPr algn="l">
              <a:def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CE9F9"/>
                </a:solidFill>
                <a:latin typeface="Malgun Gothic"/>
                <a:ea typeface="Malgun Gothic"/>
                <a:cs typeface="Malgun Gothic"/>
              </a:rPr>
              <a:t>  app.js · styles.css        화면과 상태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2BD76-5A6B-434D-A2A5-0925F876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9884-150D-4AC2-850F-FA13B9D2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B1728-CBEE-4A07-83ED-92D0D4EC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STANDARD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31142-6D74-48F0-85FB-2DDF1D82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외부 패키지 없이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즉시 검증 가능한 하네스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3A2C5-87DB-40C6-947F-A035DAE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57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A47BF-909E-4DD9-8D21-12856D38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A6A1"/>
          </a:solidFill>
          <a:ln xmlns:a="http://schemas.openxmlformats.org/drawingml/2006/main" w="9525">
            <a:solidFill>
              <a:srgbClr val="17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ED389-8C5C-48A4-BBD4-F53B0C9B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A6A1"/>
                </a:solidFill>
                <a:latin typeface="Malgun Gothic"/>
                <a:ea typeface="Malgun Gothic"/>
                <a:cs typeface="Malgun Gothic"/>
              </a:rPr>
              <a:t>REPLACEABLE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BEDFE-B109-425E-9DE1-71278A85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533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시뮬레이션 모듈을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실제 API 어댑터로 교체</a:t>
            </a:r>
          </a:p>
        </p:txBody>
      </p:sp>
    </p:spTree>
    <p:extLst>
      <p:ext uri="{BB962C8B-B14F-4D97-AF65-F5344CB8AC3E}">
        <p14:creationId xmlns:p14="http://schemas.microsoft.com/office/powerpoint/2010/main" val="1214141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04DF7-9025-42AA-B56B-7213A99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09  FUTURE FILM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031BF-0173-4825-98BF-EFC2FDAD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완성형 경험은 10초 안에 가치가 보여야 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68A18-E19A-4298-B6F9-C4C05E5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282F6-2D98-4BB8-97A3-73105DE4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8C00A-68CF-4B87-ADA5-1B2F08A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71818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7162F"/>
          </a:solidFill>
          <a:ln xmlns:a="http://schemas.openxmlformats.org/drawingml/2006/main" w="9525">
            <a:solidFill>
              <a:srgbClr val="2444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58058-BD91-47F5-9B9D-C4097719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CC0FF"/>
                </a:solidFill>
                <a:latin typeface="Malgun Gothic"/>
                <a:ea typeface="Malgun Gothic"/>
                <a:cs typeface="Malgun Gothic"/>
              </a:rPr>
              <a:t>MAG FUTURE PRODUCT FILM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03B85-CDAF-4D94-9311-012A09DF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561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아이디어가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제품이 되는 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584BD-BD59-42D7-AF8C-9AAFE44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rPr>
              <a:t>Multi-AI orchestration · live MVP generation · ready to launch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89691-2D8F-4F1F-B0CD-FEBBEFAA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148FB-03B1-43DF-85C9-AC8DCDDF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▶  10 SEC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F8648-3556-4D73-94FF-78D5863B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2952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DE5DA-1275-4128-9BFE-92BC0F6F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43100"/>
            <a:ext cx="571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BFE"/>
          </a:solidFill>
          <a:ln xmlns:a="http://schemas.openxmlformats.org/drawingml/2006/main" w="9525">
            <a:solidFill>
              <a:srgbClr val="246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52C42-79CD-4933-AE40-29AF0469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VIDEO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B7F3F-AE7E-469F-9CAC-5727C7FF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628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http://127.0.0.1:8787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웹 앱에서 미래 완성형</a:t>
            </a:r>
          </a:p>
          <a:p xmlns:a="http://schemas.openxmlformats.org/drawingml/2006/main">
            <a:pPr algn="l">
              <a:def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모션 프리뷰 재생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6B8BF-B195-4DDB-9DA3-598A640A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2895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PPT에는 링크를 넣는 방식이 재생 호환성과 파일 용량 관리에 가장 안정적입니다.</a:t>
            </a:r>
          </a:p>
        </p:txBody>
      </p:sp>
    </p:spTree>
    <p:extLst>
      <p:ext uri="{BB962C8B-B14F-4D97-AF65-F5344CB8AC3E}">
        <p14:creationId xmlns:p14="http://schemas.microsoft.com/office/powerpoint/2010/main" val="21327478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19D81-3DB0-4DFB-97DB-5AF3618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10 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6EDAB-9345-4005-819C-1001263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프로젝트 매출이 구독과 기관 라이선스로 확장됩니다.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4B6B9-0A31-4921-975E-B1A9F09E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099A3-1027-4C44-BB8B-0CE381AE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C1C12-B513-4A7B-84F1-49D76D58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E486A-0D8C-48F6-A6E8-69E8AADF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24ACE-B69D-4D48-B83D-872DCC2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제작 패키지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DBF03-2795-4AB3-AA20-71840D9B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제출용 MVP 결과물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E99F6-0A38-4EF3-8FD1-575428A7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369BC-9815-4231-8CB6-0AFB9A0E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C594D-17FD-429D-B30C-01364F27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월 구독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7A475-445C-4594-901C-E2B501FA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반복 제작과 이력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9AA15-B348-4785-828C-C8C05D00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8E014-A5F8-4FA0-9213-056491C1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6EDB4-30AE-481D-AE7F-C241EC3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프리미엄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75E8A-18F7-4C54-9325-1905D6C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관리자 검수와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1A6E4-CA32-4B41-A1E3-8FF36A76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23241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3C7A8-79AC-4D42-A30A-42027B05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A911F-0905-4638-9716-ED26A362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90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B2B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D9E28-F75A-445E-9A6F-612D43D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기관 프로그램 라이선스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ABAF4-9816-419B-A656-61E86428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초기 품질은 템플릿과 관리자 검수로 관리하고, 반복 사용을 구독으로 전환합니다.</a:t>
            </a:r>
          </a:p>
        </p:txBody>
      </p:sp>
    </p:spTree>
    <p:extLst>
      <p:ext uri="{BB962C8B-B14F-4D97-AF65-F5344CB8AC3E}">
        <p14:creationId xmlns:p14="http://schemas.microsoft.com/office/powerpoint/2010/main" val="13660840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1C67A-A559-4385-9C0D-3C308607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11 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2418A-A6AD-467B-9646-22E12989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모듈형 운영은 품질, 비용, 신뢰 리스크를 통제합니다.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5E138-9F3F-4E6C-B222-50094879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81356-CDF8-4386-97AC-163582CA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1A7E4-4597-4B37-9C65-DA6BBB15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CF5B0-3859-4B16-BB8B-1BAE1DB6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시장성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B4E5D-B130-4837-9C98-2BE5BC7E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마감이 있는 초기 창업자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5CE78-4490-4CF0-9ED5-0A63901C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프로젝트 완료율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60D8A-7741-4F24-BCEE-A332763A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DB07F-1B13-41EA-B2E0-DF8E5E5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기술성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C3DB7-EF59-4698-94EC-00BEA9C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단계별 모듈 교체 가능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6DE3F-D8B0-4057-A433-4C2F6DFA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API 연결 성공률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90DF0-84D4-47EB-9862-07F4F24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9C861-5A67-456A-B2EF-52FBBDF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수익성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4BBB8-9083-4DDB-80F3-454F174D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패키지 → 구독 → B2B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80499-53B6-4822-9788-0435D2C6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유료 전환 의향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77C77-C135-4845-9A29-3B7B87E2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44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FD509-AD71-4029-AD4D-FDA4A4F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리스크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9D159-2E72-4C56-8C6C-117845D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품질 편차 · 호출 비용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DD001-E296-4F95-B7C9-4DA19C8A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검수 시간 · 캐시율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C575C-5E61-43BE-B070-2617FFF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</p:spTree>
    <p:extLst>
      <p:ext uri="{BB962C8B-B14F-4D97-AF65-F5344CB8AC3E}">
        <p14:creationId xmlns:p14="http://schemas.microsoft.com/office/powerpoint/2010/main" val="4651992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7FC10-616D-483A-BC35-CD16F81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12 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C22FD-443C-494B-8F31-179D389F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하네스에서 연결형 제작 플랫폼으로 단계적으로 전환합니다.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A0DFA-BC8B-4CAD-B940-BF09B17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00712-5D3D-4571-B256-98F3859C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ADE0-22C1-44BA-A2BF-911D6BD2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813E2-B93C-4BFB-9CD5-06F7E654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29C54-41DC-48A1-AFCF-2C643C9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화면 흐름과 시뮬레이션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2CD29-B3C5-49FE-BECD-DF373F7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검증 가능한 하네스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0960B-6196-4CEA-937C-F03E5D01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B0A80-A371-4BF0-8FF5-16662093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3CE94-322E-4B65-8B30-35584AA5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7E985-AA43-4A0F-9303-085F399C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실제 AI 제공사 어댑터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9F9F-158A-4D20-A206-D45D7F04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실제 결과 품질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41DF6-BC6B-4621-BA33-3A6F258C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B3E39-BD9C-4D8D-A1C5-1CCB0CF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01550-3DAF-4EEA-9654-BA78727A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THEN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1EBC1-29A0-4EFC-9D93-26886FB1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파일 생성과 관리자 검수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AFE50-5E1F-4E3C-BEC9-FAC87E52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납품 패키지 자동화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33D00-54E9-441B-8463-145588E2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D0F1D-60EC-4A46-A892-DD51C07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21145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C3D72-1C8F-4BB2-BF3B-46B9C77F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31FC92-8772-4E7E-A651-639237B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1790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계정 · 이력 · B2B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5B2D8-8804-4F49-A4CC-7A26CE1F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17086"/>
                </a:solidFill>
                <a:latin typeface="Malgun Gothic"/>
                <a:ea typeface="Malgun Gothic"/>
                <a:cs typeface="Malgun Gothic"/>
              </a:rPr>
              <a:t>반복 매출 확대</a:t>
            </a:r>
          </a:p>
        </p:txBody>
      </p:sp>
    </p:spTree>
    <p:extLst>
      <p:ext uri="{BB962C8B-B14F-4D97-AF65-F5344CB8AC3E}">
        <p14:creationId xmlns:p14="http://schemas.microsoft.com/office/powerpoint/2010/main" val="18968523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A040E-FE39-4DDC-B58C-F94E7BEF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9525">
            <a:solidFill>
              <a:srgbClr val="0B183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699E3-A247-4C11-BF49-C0EA09D0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28B85-53F2-4D33-A097-080AE244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763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MAG는 아이디어를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설득 가능한 증거로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90CC5-F781-418B-823A-F64E6C1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기획 · 화면 · 코드 · 영상 · 사업성 · 제안서를</a:t>
            </a:r>
          </a:p>
          <a:p xmlns:a="http://schemas.openxmlformats.org/drawingml/2006/main">
            <a:pPr algn="l">
              <a:def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8E5F6"/>
                </a:solidFill>
                <a:latin typeface="Malgun Gothic"/>
                <a:ea typeface="Malgun Gothic"/>
                <a:cs typeface="Malgun Gothic"/>
              </a:rPr>
              <a:t>하나의 통제 가능한 흐름에서 완성합니다.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675BE-BC80-4839-979C-CD3A5A5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4747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DE102-6DB1-4F02-8AE3-73586DB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MVP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A144F-CC7F-46DA-B0D5-BA93255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46BFE"/>
                </a:solidFill>
                <a:latin typeface="Malgun Gothic"/>
                <a:ea typeface="Malgun Gothic"/>
                <a:cs typeface="Malgun Gothic"/>
              </a:rPr>
              <a:t>http://127.0.0.1:8787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79FAB-89AC-4689-89D0-42CBC178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5C7DE"/>
                </a:solidFill>
                <a:latin typeface="Malgun Gothic"/>
                <a:ea typeface="Malgun Gothic"/>
                <a:cs typeface="Malgun Gothic"/>
              </a:rPr>
              <a:t>MAG  |  MVP Auto Generator</a:t>
            </a:r>
          </a:p>
        </p:txBody>
      </p:sp>
    </p:spTree>
    <p:extLst>
      <p:ext uri="{BB962C8B-B14F-4D97-AF65-F5344CB8AC3E}">
        <p14:creationId xmlns:p14="http://schemas.microsoft.com/office/powerpoint/2010/main" val="901464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2026-06-02T06:11:41.1850000Z</dcterms:created>
  <dcterms:modified xsi:type="dcterms:W3CDTF">2026-06-02T06:11:41.1850000Z</dcterms:modified>
</coreProperties>
</file>